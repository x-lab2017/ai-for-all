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b747e78af24a59" /><Relationship Type="http://schemas.openxmlformats.org/officeDocument/2006/relationships/extended-properties" Target="/docProps/app.xml" Id="R1f6d91d7d3144cb9" /><Relationship Type="http://schemas.openxmlformats.org/officeDocument/2006/relationships/officeDocument" Target="/ppt/presentation.xml" Id="Re13425c39f944235" /></Relationships>
</file>

<file path=ppt/presentation.xml><?xml version="1.0" encoding="utf-8"?>
<p:presentation xmlns:p="http://schemas.openxmlformats.org/presentationml/2006/main">
  <p:sldMasterIdLst>
    <p:sldMasterId xmlns:r="http://schemas.openxmlformats.org/officeDocument/2006/relationships" id="2147483648" r:id="R019cdb17551241c6"/>
  </p:sldMasterIdLst>
  <p:notesMasterIdLst>
    <p:notesMasterId xmlns:r="http://schemas.openxmlformats.org/officeDocument/2006/relationships" r:id="Rec660f78728b4fc4"/>
  </p:notesMasterIdLst>
  <p:sldIdLst>
    <p:sldId xmlns:r="http://schemas.openxmlformats.org/officeDocument/2006/relationships" id="256" r:id="R6bc901ca72474958"/>
    <p:sldId xmlns:r="http://schemas.openxmlformats.org/officeDocument/2006/relationships" id="257" r:id="R7a41fd2ac59043f4"/>
    <p:sldId xmlns:r="http://schemas.openxmlformats.org/officeDocument/2006/relationships" id="258" r:id="R0ecb2433eea24e18"/>
    <p:sldId xmlns:r="http://schemas.openxmlformats.org/officeDocument/2006/relationships" id="259" r:id="R6f14bef921234932"/>
    <p:sldId xmlns:r="http://schemas.openxmlformats.org/officeDocument/2006/relationships" id="260" r:id="R4ccabfdfc05144a1"/>
    <p:sldId xmlns:r="http://schemas.openxmlformats.org/officeDocument/2006/relationships" id="261" r:id="Ra2f371e8cd114c9c"/>
    <p:sldId xmlns:r="http://schemas.openxmlformats.org/officeDocument/2006/relationships" id="262" r:id="Rc73bef5271d64e75"/>
    <p:sldId xmlns:r="http://schemas.openxmlformats.org/officeDocument/2006/relationships" id="263" r:id="R3c130281e25445f1"/>
    <p:sldId xmlns:r="http://schemas.openxmlformats.org/officeDocument/2006/relationships" id="264" r:id="Rec2a178af5ff4be9"/>
    <p:sldId xmlns:r="http://schemas.openxmlformats.org/officeDocument/2006/relationships" id="265" r:id="R04a8f18ccb1e485c"/>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37c40c889345b4" /><Relationship Type="http://schemas.openxmlformats.org/officeDocument/2006/relationships/slideMaster" Target="/ppt/slideMasters/slideMaster1.xml" Id="R019cdb17551241c6" /><Relationship Type="http://schemas.openxmlformats.org/officeDocument/2006/relationships/notesMaster" Target="/ppt/notesMasters/notesMaster1.xml" Id="Rec660f78728b4fc4" /><Relationship Type="http://schemas.openxmlformats.org/officeDocument/2006/relationships/presProps" Target="/ppt/presProps.xml" Id="Rd96fde8acf7c41d5" /><Relationship Type="http://schemas.openxmlformats.org/officeDocument/2006/relationships/tableStyles" Target="/ppt/tableStyles.xml" Id="Rf90f2ef31ad04198" /><Relationship Type="http://schemas.openxmlformats.org/officeDocument/2006/relationships/slide" Target="/ppt/slides/slide1.xml" Id="R6bc901ca72474958" /><Relationship Type="http://schemas.openxmlformats.org/officeDocument/2006/relationships/slide" Target="/ppt/slides/slide2.xml" Id="R7a41fd2ac59043f4" /><Relationship Type="http://schemas.openxmlformats.org/officeDocument/2006/relationships/slide" Target="/ppt/slides/slide3.xml" Id="R0ecb2433eea24e18" /><Relationship Type="http://schemas.openxmlformats.org/officeDocument/2006/relationships/slide" Target="/ppt/slides/slide4.xml" Id="R6f14bef921234932" /><Relationship Type="http://schemas.openxmlformats.org/officeDocument/2006/relationships/slide" Target="/ppt/slides/slide5.xml" Id="R4ccabfdfc05144a1" /><Relationship Type="http://schemas.openxmlformats.org/officeDocument/2006/relationships/slide" Target="/ppt/slides/slide6.xml" Id="Ra2f371e8cd114c9c" /><Relationship Type="http://schemas.openxmlformats.org/officeDocument/2006/relationships/slide" Target="/ppt/slides/slide7.xml" Id="Rc73bef5271d64e75" /><Relationship Type="http://schemas.openxmlformats.org/officeDocument/2006/relationships/slide" Target="/ppt/slides/slide8.xml" Id="R3c130281e25445f1" /><Relationship Type="http://schemas.openxmlformats.org/officeDocument/2006/relationships/slide" Target="/ppt/slides/slide9.xml" Id="Rec2a178af5ff4be9" /><Relationship Type="http://schemas.openxmlformats.org/officeDocument/2006/relationships/slide" Target="/ppt/slides/slide10.xml" Id="R04a8f18ccb1e48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5204e8dcd84c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ource Han Sans SC"/>
        <a:ea typeface=""/>
        <a:cs typeface=""/>
      </a:majorFont>
      <a:minorFont>
        <a:latin typeface="Source Han Sans S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1c9bc025454aae" /><Relationship Type="http://schemas.openxmlformats.org/officeDocument/2006/relationships/notesMaster" Target="/ppt/notesMasters/notesMaster1.xml" Id="Rb9a08a0a159447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4fc86d6bd7451d" /><Relationship Type="http://schemas.openxmlformats.org/officeDocument/2006/relationships/notesMaster" Target="/ppt/notesMasters/notesMaster1.xml" Id="Ra78a32e47ced48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86a3f8ee624947" /><Relationship Type="http://schemas.openxmlformats.org/officeDocument/2006/relationships/notesMaster" Target="/ppt/notesMasters/notesMaster1.xml" Id="R562cc1dae5e94f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04173761f14dbe" /><Relationship Type="http://schemas.openxmlformats.org/officeDocument/2006/relationships/notesMaster" Target="/ppt/notesMasters/notesMaster1.xml" Id="Ra07ac31ff1f248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204080e81f45df" /><Relationship Type="http://schemas.openxmlformats.org/officeDocument/2006/relationships/notesMaster" Target="/ppt/notesMasters/notesMaster1.xml" Id="R7f677707c0c442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f29e23771b406f" /><Relationship Type="http://schemas.openxmlformats.org/officeDocument/2006/relationships/notesMaster" Target="/ppt/notesMasters/notesMaster1.xml" Id="Rab22cde9101e46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d10ad9c7684b51" /><Relationship Type="http://schemas.openxmlformats.org/officeDocument/2006/relationships/notesMaster" Target="/ppt/notesMasters/notesMaster1.xml" Id="R293b69b877bd46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43278d1c02475d" /><Relationship Type="http://schemas.openxmlformats.org/officeDocument/2006/relationships/notesMaster" Target="/ppt/notesMasters/notesMaster1.xml" Id="R582e1201ac8047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98ffe073b443b5" /><Relationship Type="http://schemas.openxmlformats.org/officeDocument/2006/relationships/notesMaster" Target="/ppt/notesMasters/notesMaster1.xml" Id="Rdf4d5ac6e9ae46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f95c58a3f9494a" /><Relationship Type="http://schemas.openxmlformats.org/officeDocument/2006/relationships/notesMaster" Target="/ppt/notesMasters/notesMaster1.xml" Id="R9d04fb8249c049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for All is X-lab AI's long-term goal and a public invitation to act. We want more people to afford AI and develop the capability to use it well. Those are connected ambitions: access gives people an opportunity to begin, while learning and practical work help turn that opportunity into useful results. We begin with developer communities, broadly understood to include learners, builders and engineers. The framework in this presentation explains how open technology, human creativity, public goods and sustained support can work together.</a:t>
            </a:r>
          </a:p>
          <a:p xmlns:a="http://schemas.openxmlformats.org/drawingml/2006/main">
            <a:r>
              <a:t/>
            </a:r>
          </a:p>
          <a:p xmlns:a="http://schemas.openxmlformats.org/drawingml/2006/main">
            <a:r>
              <a:t>Sources</a:t>
            </a:r>
          </a:p>
          <a:p xmlns:a="http://schemas.openxmlformats.org/drawingml/2006/main">
            <a:r>
              <a:t>https://www.x-lab.info/ai-for-all/en.html</a:t>
            </a:r>
          </a:p>
          <a:p xmlns:a="http://schemas.openxmlformats.org/drawingml/2006/main">
            <a:r>
              <a:t>https://www.x-lab.info/ai-for-all/presentation/assets/SOURCES.md</a:t>
            </a:r>
          </a:p>
          <a:p xmlns:a="http://schemas.openxmlformats.org/drawingml/2006/main">
            <a:r>
              <a:t>https://github.com/X-lab2017/ai-for-all</a:t>
            </a:r>
          </a:p>
          <a:p xmlns:a="http://schemas.openxmlformats.org/drawingml/2006/main">
            <a:r>
              <a:t>Edition: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Linux provides a historical reference for open collaboration. Its thirty-five-year journey shows how a project can become shared infrastructure through contributions, maintenance and adoption. The lesson is broader than making something available at no charge. Value depends on people continuing to improve, maintain and use it. We draw on that experience as we think about AI, while recognizing that AI brings its own technical and social challenges. The Linux anniversary material is an illustration of open collaboration, not an endorsement of this manifesto.</a:t>
            </a:r>
          </a:p>
          <a:p xmlns:a="http://schemas.openxmlformats.org/drawingml/2006/main">
            <a:r>
              <a:t/>
            </a:r>
          </a:p>
          <a:p xmlns:a="http://schemas.openxmlformats.org/drawingml/2006/main">
            <a:r>
              <a:t>Sources</a:t>
            </a:r>
          </a:p>
          <a:p xmlns:a="http://schemas.openxmlformats.org/drawingml/2006/main">
            <a:r>
              <a:t>https://www.x-lab.info/ai-for-all/en.html</a:t>
            </a:r>
          </a:p>
          <a:p xmlns:a="http://schemas.openxmlformats.org/drawingml/2006/main">
            <a:r>
              <a:t>https://www.x-lab.info/ai-for-all/presentation/assets/SOURCES.md</a:t>
            </a:r>
          </a:p>
          <a:p xmlns:a="http://schemas.openxmlformats.org/drawingml/2006/main">
            <a:r>
              <a:t>https://github.com/X-lab2017/ai-for-all</a:t>
            </a:r>
          </a:p>
          <a:p xmlns:a="http://schemas.openxmlformats.org/drawingml/2006/main">
            <a:r>
              <a:t>Edition: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AI models give more developers opportunities to learn, build and adapt. These examples are Alibaba's Qwen, DeepSeek, Zhipu AI's GLM, Moonshot AI's Kimi and Tencent's Hunyuan. The releases shown are examples, not a current ranking or an exhaustive list. Licenses differ across releases and should be checked for each use. What matters to our narrative is the connection between access to model capabilities, developers' applications and improvements, and real settings where people can benefit.</a:t>
            </a:r>
          </a:p>
          <a:p xmlns:a="http://schemas.openxmlformats.org/drawingml/2006/main">
            <a:r>
              <a:t/>
            </a:r>
          </a:p>
          <a:p xmlns:a="http://schemas.openxmlformats.org/drawingml/2006/main">
            <a:r>
              <a:t>Sources</a:t>
            </a:r>
          </a:p>
          <a:p xmlns:a="http://schemas.openxmlformats.org/drawingml/2006/main">
            <a:r>
              <a:t>https://www.x-lab.info/ai-for-all/en.html</a:t>
            </a:r>
          </a:p>
          <a:p xmlns:a="http://schemas.openxmlformats.org/drawingml/2006/main">
            <a:r>
              <a:t>https://www.x-lab.info/ai-for-all/presentation/assets/SOURCES.md</a:t>
            </a:r>
          </a:p>
          <a:p xmlns:a="http://schemas.openxmlformats.org/drawingml/2006/main">
            <a:r>
              <a:t>https://github.com/X-lab2017/ai-for-all</a:t>
            </a:r>
          </a:p>
          <a:p xmlns:a="http://schemas.openxmlformats.org/drawingml/2006/main">
            <a:r>
              <a:t>Edition: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forces reinforce each other. Open source lowers barriers by making technology, knowledge and tools available for learning, improvement and reuse. Developers bring judgment and creativity, turning those resources into useful applications. Developers include people exploring AI for the first time, building applications, or engineering systems for sustained use. Our multiplication formula expresses this mutual reinforcement. It is a conceptual statement, not a numerical formula for measuring social impact. Outcomes still need to be tested in practice.</a:t>
            </a:r>
          </a:p>
          <a:p xmlns:a="http://schemas.openxmlformats.org/drawingml/2006/main">
            <a:r>
              <a:t/>
            </a:r>
          </a:p>
          <a:p xmlns:a="http://schemas.openxmlformats.org/drawingml/2006/main">
            <a:r>
              <a:t>Sources</a:t>
            </a:r>
          </a:p>
          <a:p xmlns:a="http://schemas.openxmlformats.org/drawingml/2006/main">
            <a:r>
              <a:t>https://www.x-lab.info/ai-for-all/en.html</a:t>
            </a:r>
          </a:p>
          <a:p xmlns:a="http://schemas.openxmlformats.org/drawingml/2006/main">
            <a:r>
              <a:t>https://www.x-lab.info/ai-for-all/presentation/assets/SOURCES.md</a:t>
            </a:r>
          </a:p>
          <a:p xmlns:a="http://schemas.openxmlformats.org/drawingml/2006/main">
            <a:r>
              <a:t>https://github.com/X-lab2017/ai-for-all</a:t>
            </a:r>
          </a:p>
          <a:p xmlns:a="http://schemas.openxmlformats.org/drawingml/2006/main">
            <a:r>
              <a:t>Edition: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path connects AI to inclusion through digital public goods. Developers can turn capabilities into reusable software, data and knowledge. Sharing is an important step, but real benefit also depends on documentation, maintenance, adoption and local adaptation. We need to understand the people who use a result, the conditions in which they use it, and the problems they still face. Digital public goods are an intended path; a particular solution's compliance with any formal standard requires evidence.</a:t>
            </a:r>
          </a:p>
          <a:p xmlns:a="http://schemas.openxmlformats.org/drawingml/2006/main">
            <a:r>
              <a:t/>
            </a:r>
          </a:p>
          <a:p xmlns:a="http://schemas.openxmlformats.org/drawingml/2006/main">
            <a:r>
              <a:t>Sources</a:t>
            </a:r>
          </a:p>
          <a:p xmlns:a="http://schemas.openxmlformats.org/drawingml/2006/main">
            <a:r>
              <a:t>https://www.x-lab.info/ai-for-all/en.html</a:t>
            </a:r>
          </a:p>
          <a:p xmlns:a="http://schemas.openxmlformats.org/drawingml/2006/main">
            <a:r>
              <a:t>https://www.x-lab.info/ai-for-all/presentation/assets/SOURCES.md</a:t>
            </a:r>
          </a:p>
          <a:p xmlns:a="http://schemas.openxmlformats.org/drawingml/2006/main">
            <a:r>
              <a:t>https://github.com/X-lab2017/ai-for-all</a:t>
            </a:r>
          </a:p>
          <a:p xmlns:a="http://schemas.openxmlformats.org/drawingml/2006/main">
            <a:r>
              <a:t>Edition: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and evaluation form the shared core. Platforms connect people and practice. Data make evidence traceable. Evaluation methods help interpret contributions and outcomes. Research examines the methods themselves. These kinds of work interact rather than forming a fixed sequence. The aim is to make contributions visible, match resources with needs and examine whether action helps. Evaluation should support growth, with transparent limitations and channels for correction. A single score cannot define a person's worth.</a:t>
            </a:r>
          </a:p>
          <a:p xmlns:a="http://schemas.openxmlformats.org/drawingml/2006/main">
            <a:r>
              <a:t/>
            </a:r>
          </a:p>
          <a:p xmlns:a="http://schemas.openxmlformats.org/drawingml/2006/main">
            <a:r>
              <a:t>Sources</a:t>
            </a:r>
          </a:p>
          <a:p xmlns:a="http://schemas.openxmlformats.org/drawingml/2006/main">
            <a:r>
              <a:t>https://www.x-lab.info/ai-for-all/en.html</a:t>
            </a:r>
          </a:p>
          <a:p xmlns:a="http://schemas.openxmlformats.org/drawingml/2006/main">
            <a:r>
              <a:t>https://www.x-lab.info/ai-for-all/presentation/assets/SOURCES.md</a:t>
            </a:r>
          </a:p>
          <a:p xmlns:a="http://schemas.openxmlformats.org/drawingml/2006/main">
            <a:r>
              <a:t>https://github.com/X-lab2017/ai-for-all</a:t>
            </a:r>
          </a:p>
          <a:p xmlns:a="http://schemas.openxmlformats.org/drawingml/2006/main">
            <a:r>
              <a:t>Edition: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growth cycle begins with contribution and practice. Recognition and learning help people build capability, improving public goods and applications. The resource cycle connects support with useful results and evidence for continued investment. The two cycles reinforce each other: public goods create value, while resources support people and sustained practice. Data and evaluation connect both cycles. Practice supplies evidence; evaluation informs the next decisions. These are relationships we intend to test and improve, not a promise of automatic growth or guaranteed returns.</a:t>
            </a:r>
          </a:p>
          <a:p xmlns:a="http://schemas.openxmlformats.org/drawingml/2006/main">
            <a:r>
              <a:t/>
            </a:r>
          </a:p>
          <a:p xmlns:a="http://schemas.openxmlformats.org/drawingml/2006/main">
            <a:r>
              <a:t>Sources</a:t>
            </a:r>
          </a:p>
          <a:p xmlns:a="http://schemas.openxmlformats.org/drawingml/2006/main">
            <a:r>
              <a:t>https://www.x-lab.info/ai-for-all/en.html</a:t>
            </a:r>
          </a:p>
          <a:p xmlns:a="http://schemas.openxmlformats.org/drawingml/2006/main">
            <a:r>
              <a:t>https://www.x-lab.info/ai-for-all/presentation/assets/SOURCES.md</a:t>
            </a:r>
          </a:p>
          <a:p xmlns:a="http://schemas.openxmlformats.org/drawingml/2006/main">
            <a:r>
              <a:t>https://github.com/X-lab2017/ai-for-all</a:t>
            </a:r>
          </a:p>
          <a:p xmlns:a="http://schemas.openxmlformats.org/drawingml/2006/main">
            <a:r>
              <a:t>Edition: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can build on practical foundations. OpenDigger provides open-source data and metrics. OpenRank offers methods for understanding contributions through collaboration networks. OpenShare explores connections among contributions, capabilities, organizational needs and resources. These existing projects provide ways to begin. They should not be presented as evidence that this initiative has already achieved its inclusion goals. Our current action is the public co-creation of the manifesto and its materials, with progress and limitations recorded openly.</a:t>
            </a:r>
          </a:p>
          <a:p xmlns:a="http://schemas.openxmlformats.org/drawingml/2006/main">
            <a:r>
              <a:t/>
            </a:r>
          </a:p>
          <a:p xmlns:a="http://schemas.openxmlformats.org/drawingml/2006/main">
            <a:r>
              <a:t>Sources</a:t>
            </a:r>
          </a:p>
          <a:p xmlns:a="http://schemas.openxmlformats.org/drawingml/2006/main">
            <a:r>
              <a:t>https://www.x-lab.info/ai-for-all/en.html</a:t>
            </a:r>
          </a:p>
          <a:p xmlns:a="http://schemas.openxmlformats.org/drawingml/2006/main">
            <a:r>
              <a:t>https://www.x-lab.info/ai-for-all/presentation/assets/SOURCES.md</a:t>
            </a:r>
          </a:p>
          <a:p xmlns:a="http://schemas.openxmlformats.org/drawingml/2006/main">
            <a:r>
              <a:t>https://github.com/X-lab2017/ai-for-all</a:t>
            </a:r>
          </a:p>
          <a:p xmlns:a="http://schemas.openxmlformats.org/drawingml/2006/main">
            <a:r>
              <a:t>Edition: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Participation can start with a real need. Developers can share feedback and contribute tools, documentation or cases. Communities can organize learning and collaboration, bringing back experience from adoption. Partners can offer resources and practical settings for work that can be evaluated. Basic participation does not require an existing contribution score. Resource conditions belong in each action's public description. The launch page brings the manifesto, materials and participation routes together, so audiences can choose a concrete next step.</a:t>
            </a:r>
          </a:p>
          <a:p xmlns:a="http://schemas.openxmlformats.org/drawingml/2006/main">
            <a:r>
              <a:t/>
            </a:r>
          </a:p>
          <a:p xmlns:a="http://schemas.openxmlformats.org/drawingml/2006/main">
            <a:r>
              <a:t>Sources</a:t>
            </a:r>
          </a:p>
          <a:p xmlns:a="http://schemas.openxmlformats.org/drawingml/2006/main">
            <a:r>
              <a:t>https://www.x-lab.info/ai-for-all/en.html</a:t>
            </a:r>
          </a:p>
          <a:p xmlns:a="http://schemas.openxmlformats.org/drawingml/2006/main">
            <a:r>
              <a:t>https://www.x-lab.info/ai-for-all/presentation/assets/SOURCES.md</a:t>
            </a:r>
          </a:p>
          <a:p xmlns:a="http://schemas.openxmlformats.org/drawingml/2006/main">
            <a:r>
              <a:t>https://github.com/X-lab2017/ai-for-all</a:t>
            </a:r>
          </a:p>
          <a:p xmlns:a="http://schemas.openxmlformats.org/drawingml/2006/main">
            <a:r>
              <a:t>Edition: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framework: one goal, two forces, one shared core, two reinforcing cycles and three complementary perspectives on inclusion. Digital public goods connect creation to real help through adoption and local adaptation. Developers, the public and the Global South are complementary perspectives, not mutually exclusive groups or sequential stages. We invite people to begin with a need, a contribution or a practical setting. Visit the launch page, read the manifesto and help us turn a shared direction into accountable action.</a:t>
            </a:r>
          </a:p>
          <a:p xmlns:a="http://schemas.openxmlformats.org/drawingml/2006/main">
            <a:r>
              <a:t/>
            </a:r>
          </a:p>
          <a:p xmlns:a="http://schemas.openxmlformats.org/drawingml/2006/main">
            <a:r>
              <a:t>Sources</a:t>
            </a:r>
          </a:p>
          <a:p xmlns:a="http://schemas.openxmlformats.org/drawingml/2006/main">
            <a:r>
              <a:t>https://www.x-lab.info/ai-for-all/en.html</a:t>
            </a:r>
          </a:p>
          <a:p xmlns:a="http://schemas.openxmlformats.org/drawingml/2006/main">
            <a:r>
              <a:t>https://www.x-lab.info/ai-for-all/presentation/assets/SOURCES.md</a:t>
            </a:r>
          </a:p>
          <a:p xmlns:a="http://schemas.openxmlformats.org/drawingml/2006/main">
            <a:r>
              <a:t>https://github.com/X-lab2017/ai-for-all</a:t>
            </a:r>
          </a:p>
          <a:p xmlns:a="http://schemas.openxmlformats.org/drawingml/2006/main">
            <a:r>
              <a:t>Edition: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dc67cb1f66435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0d958dfabfe44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1941e1ca89447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4b611fc599b44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9d2a1085b34be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477e8741ab946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A9AF52-1876-4581-8668-1F3F716B4C9A}"/>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D07F100-919C-4BC0-90B8-45DED63474FE}"/>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22D88AE-4D93-4E7C-B3A8-896D952EB67A}"/>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18E553-3D30-4DF7-BDDD-BDD9493E763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5AEE3EE-CF1C-4FBC-ADC6-1BE29B633F54}"/>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5801790-F66F-4E0B-91E3-C492F7D8A40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31FB5F-B98C-4DDF-8AE7-37D65272169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1E96608-57ED-404B-9DC0-DF03DF1394C8}"/>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854863-23CD-4071-9B91-9C98710B9DF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681375-AA45-4CD8-A024-1C1A226519D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b75c116f704f3a" /><Relationship Type="http://schemas.openxmlformats.org/officeDocument/2006/relationships/slideLayout" Target="/ppt/slideLayouts/slideLayout1.xml" Id="Rb771055316674e53" /><Relationship Type="http://schemas.openxmlformats.org/officeDocument/2006/relationships/slideLayout" Target="/ppt/slideLayouts/slideLayout2.xml" Id="R07027ee701954e9a" /><Relationship Type="http://schemas.openxmlformats.org/officeDocument/2006/relationships/slideLayout" Target="/ppt/slideLayouts/slideLayout3.xml" Id="Rd2b58bb6576c4155" /><Relationship Type="http://schemas.openxmlformats.org/officeDocument/2006/relationships/slideLayout" Target="/ppt/slideLayouts/slideLayout4.xml" Id="R6735af20455f495b" /><Relationship Type="http://schemas.openxmlformats.org/officeDocument/2006/relationships/slideLayout" Target="/ppt/slideLayouts/slideLayout5.xml" Id="Radfdaebcb429485d" /><Relationship Type="http://schemas.openxmlformats.org/officeDocument/2006/relationships/slideLayout" Target="/ppt/slideLayouts/slideLayout6.xml" Id="Rf55503774ee04c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71055316674e53"/>
    <p:sldLayoutId xmlns:r="http://schemas.openxmlformats.org/officeDocument/2006/relationships" id="2147483650" r:id="R07027ee701954e9a"/>
    <p:sldLayoutId xmlns:r="http://schemas.openxmlformats.org/officeDocument/2006/relationships" id="2147483651" r:id="Rd2b58bb6576c4155"/>
    <p:sldLayoutId xmlns:r="http://schemas.openxmlformats.org/officeDocument/2006/relationships" id="2147483652" r:id="R6735af20455f495b"/>
    <p:sldLayoutId xmlns:r="http://schemas.openxmlformats.org/officeDocument/2006/relationships" id="2147483653" r:id="Radfdaebcb429485d"/>
    <p:sldLayoutId xmlns:r="http://schemas.openxmlformats.org/officeDocument/2006/relationships" id="2147483654" r:id="Rf55503774ee04c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ource Han Sans SC"/>
        <a:ea typeface=""/>
        <a:cs typeface=""/>
      </a:majorFont>
      <a:minorFont>
        <a:latin typeface="Source Han Sans S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73ce90ae8b545f1" /><Relationship Type="http://schemas.openxmlformats.org/officeDocument/2006/relationships/image" Target="/ppt/media/image.png" Id="R7a6fd2cde6664e99" /><Relationship Type="http://schemas.openxmlformats.org/officeDocument/2006/relationships/image" Target="/ppt/media/image.jpeg" Id="R315f6ae14f8b438d" /><Relationship Type="http://schemas.openxmlformats.org/officeDocument/2006/relationships/notesSlide" Target="/ppt/notesSlides/notesSlide1.xml" Id="R1c1c321992b54b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a9361b4274d4faf" /><Relationship Type="http://schemas.openxmlformats.org/officeDocument/2006/relationships/image" Target="/ppt/media/image2.png" Id="R33a1554eccef433b" /><Relationship Type="http://schemas.openxmlformats.org/officeDocument/2006/relationships/image" Target="/ppt/media/image3.png" Id="Rc1ae1961da9f4598" /><Relationship Type="http://schemas.openxmlformats.org/officeDocument/2006/relationships/notesSlide" Target="/ppt/notesSlides/notesSlide2.xml" Id="Rfde2cba685a24f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875f71808b49d4" /><Relationship Type="http://schemas.openxmlformats.org/officeDocument/2006/relationships/image" Target="/ppt/media/image4.png" Id="Rd5367b39fc884d33" /><Relationship Type="http://schemas.openxmlformats.org/officeDocument/2006/relationships/image" Target="/ppt/media/image5.png" Id="R9340d9f2f0504de5" /><Relationship Type="http://schemas.openxmlformats.org/officeDocument/2006/relationships/hyperlink" Target="https://github.com/QwenLM/Qwen3" TargetMode="External" Id="R2a26254239484e57" /><Relationship Type="http://schemas.openxmlformats.org/officeDocument/2006/relationships/image" Target="/ppt/media/image6.png" Id="Rb2b5100fc2f14f94" /><Relationship Type="http://schemas.openxmlformats.org/officeDocument/2006/relationships/hyperlink" Target="https://github.com/deepseek-ai/DeepSeek-R1" TargetMode="External" Id="R2ddcf0e9cb4647ed" /><Relationship Type="http://schemas.openxmlformats.org/officeDocument/2006/relationships/image" Target="/ppt/media/image7.png" Id="Rd10764e1ece245a0" /><Relationship Type="http://schemas.openxmlformats.org/officeDocument/2006/relationships/hyperlink" Target="https://github.com/zai-org/GLM-4.5" TargetMode="External" Id="R0d31080840424e1b" /><Relationship Type="http://schemas.openxmlformats.org/officeDocument/2006/relationships/image" Target="/ppt/media/image8.png" Id="Re9951c856a434af5" /><Relationship Type="http://schemas.openxmlformats.org/officeDocument/2006/relationships/hyperlink" Target="https://github.com/MoonshotAI/Kimi-K2" TargetMode="External" Id="R9b70526e6b82466d" /><Relationship Type="http://schemas.openxmlformats.org/officeDocument/2006/relationships/image" Target="/ppt/media/image9.png" Id="R9367afe919b94585" /><Relationship Type="http://schemas.openxmlformats.org/officeDocument/2006/relationships/hyperlink" Target="https://github.com/Tencent-Hunyuan/Hunyuan-A13B" TargetMode="External" Id="Rfeae6867154a4fbd" /><Relationship Type="http://schemas.openxmlformats.org/officeDocument/2006/relationships/notesSlide" Target="/ppt/notesSlides/notesSlide3.xml" Id="R55ee96ff1c8d47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1d4ce6e8b2b4f43" /><Relationship Type="http://schemas.openxmlformats.org/officeDocument/2006/relationships/image" Target="/ppt/media/image10.png" Id="R56b8e5a05a574ada" /><Relationship Type="http://schemas.openxmlformats.org/officeDocument/2006/relationships/image" Target="/ppt/media/image11.png" Id="R4d668e5b636f4933" /><Relationship Type="http://schemas.openxmlformats.org/officeDocument/2006/relationships/image" Target="/ppt/media/image12.png" Id="Rf049738e273146c6" /><Relationship Type="http://schemas.openxmlformats.org/officeDocument/2006/relationships/notesSlide" Target="/ppt/notesSlides/notesSlide4.xml" Id="Re53ccefe76044b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a5a0570636c4061" /><Relationship Type="http://schemas.openxmlformats.org/officeDocument/2006/relationships/image" Target="/ppt/media/image13.png" Id="R1f897e8950244bfd" /><Relationship Type="http://schemas.openxmlformats.org/officeDocument/2006/relationships/image" Target="/ppt/media/image14.png" Id="R6ea519c780954418" /><Relationship Type="http://schemas.openxmlformats.org/officeDocument/2006/relationships/notesSlide" Target="/ppt/notesSlides/notesSlide5.xml" Id="R6731d654cf0c49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2363a38f1c3495e" /><Relationship Type="http://schemas.openxmlformats.org/officeDocument/2006/relationships/image" Target="/ppt/media/image15.png" Id="R48186239eb5e4e74" /><Relationship Type="http://schemas.openxmlformats.org/officeDocument/2006/relationships/image" Target="/ppt/media/image16.png" Id="R7a5977295ce14d60" /><Relationship Type="http://schemas.openxmlformats.org/officeDocument/2006/relationships/image" Target="/ppt/media/image17.png" Id="Rfcc59760a57d43cf" /><Relationship Type="http://schemas.openxmlformats.org/officeDocument/2006/relationships/image" Target="/ppt/media/image18.png" Id="R4318d27659694631" /><Relationship Type="http://schemas.openxmlformats.org/officeDocument/2006/relationships/image" Target="/ppt/media/image19.png" Id="R42f214eea1344a04" /><Relationship Type="http://schemas.openxmlformats.org/officeDocument/2006/relationships/notesSlide" Target="/ppt/notesSlides/notesSlide6.xml" Id="Rb0e92692f57a4c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3e0f4b9ba5342fc" /><Relationship Type="http://schemas.openxmlformats.org/officeDocument/2006/relationships/image" Target="/ppt/media/image20.png" Id="Rb51ef74f7d834bb8" /><Relationship Type="http://schemas.openxmlformats.org/officeDocument/2006/relationships/notesSlide" Target="/ppt/notesSlides/notesSlide7.xml" Id="R07cfae7bb62346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7f7100795364aa1" /><Relationship Type="http://schemas.openxmlformats.org/officeDocument/2006/relationships/image" Target="/ppt/media/image21.png" Id="R529706d2843f4002" /><Relationship Type="http://schemas.openxmlformats.org/officeDocument/2006/relationships/image" Target="/ppt/media/image22.png" Id="R2caccaf286724d80" /><Relationship Type="http://schemas.openxmlformats.org/officeDocument/2006/relationships/hyperlink" Target="https://github.com/X-lab2017/open-digger" TargetMode="External" Id="R1bb3e46ae41f48b4" /><Relationship Type="http://schemas.openxmlformats.org/officeDocument/2006/relationships/image" Target="/ppt/media/image23.png" Id="R3a74927e3408432b" /><Relationship Type="http://schemas.openxmlformats.org/officeDocument/2006/relationships/hyperlink" Target="https://open-digger.cn/blog/2025-08-09-openrank-introduction" TargetMode="External" Id="Rec5c5406b9d54fd5" /><Relationship Type="http://schemas.openxmlformats.org/officeDocument/2006/relationships/image" Target="/ppt/media/image24.png" Id="Ra9412d687f864af3" /><Relationship Type="http://schemas.openxmlformats.org/officeDocument/2006/relationships/hyperlink" Target="https://open-share.com/" TargetMode="External" Id="R295d8e18b2ee445b" /><Relationship Type="http://schemas.openxmlformats.org/officeDocument/2006/relationships/notesSlide" Target="/ppt/notesSlides/notesSlide8.xml" Id="R62b4dc959edd4f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6d6e1887da846e1" /><Relationship Type="http://schemas.openxmlformats.org/officeDocument/2006/relationships/image" Target="/ppt/media/image25.png" Id="Rc1bc664a19174e5f" /><Relationship Type="http://schemas.openxmlformats.org/officeDocument/2006/relationships/image" Target="/ppt/media/image26.png" Id="R4941a57c015d4fe2" /><Relationship Type="http://schemas.openxmlformats.org/officeDocument/2006/relationships/hyperlink" Target="https://github.com/X-lab2017/ai-for-all/blob/main/translations/contributing.en.md" TargetMode="External" Id="R3d8dfde1313b4403" /><Relationship Type="http://schemas.openxmlformats.org/officeDocument/2006/relationships/image" Target="/ppt/media/image27.png" Id="Redac7bc104dc4082" /><Relationship Type="http://schemas.openxmlformats.org/officeDocument/2006/relationships/hyperlink" Target="https://github.com/X-lab2017/ai-for-all/issues" TargetMode="External" Id="Rb1897e3b59a84e1d" /><Relationship Type="http://schemas.openxmlformats.org/officeDocument/2006/relationships/image" Target="/ppt/media/image28.png" Id="Rd1abe26fff184d8b" /><Relationship Type="http://schemas.openxmlformats.org/officeDocument/2006/relationships/hyperlink" Target="https://github.com/X-lab2017/ai-for-all/issues/new" TargetMode="External" Id="R20e4e5e2c5a74d52" /><Relationship Type="http://schemas.openxmlformats.org/officeDocument/2006/relationships/notesSlide" Target="/ppt/notesSlides/notesSlide9.xml" Id="R5cb0acf190bc476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e43de64c8a2430c" /><Relationship Type="http://schemas.openxmlformats.org/officeDocument/2006/relationships/image" Target="/ppt/media/image29.png" Id="Ra69fa0b36d7d43e4" /><Relationship Type="http://schemas.openxmlformats.org/officeDocument/2006/relationships/hyperlink" Target="https://www.x-lab.info/ai-for-all/launch/" TargetMode="External" Id="R976398b7de2a4064" /><Relationship Type="http://schemas.openxmlformats.org/officeDocument/2006/relationships/notesSlide" Target="/ppt/notesSlides/notesSlide10.xml" Id="Rec9c1c9e186642ec" /></Relationships>
</file>

<file path=ppt/slides/slide1.xml><?xml version="1.0" encoding="utf-8"?>
<p:sld xmlns:p="http://schemas.openxmlformats.org/presentationml/2006/main">
  <p:cSld>
    <p:bg>
      <p:bgPr>
        <a:solidFill xmlns:a="http://schemas.openxmlformats.org/drawingml/2006/main">
          <a:srgbClr val="102C25"/>
        </a:solidFill>
      </p:bgPr>
    </p:bg>
    <p:spTree>
      <p:nvGrpSpPr>
        <p:cNvPr id="1" name=""/>
        <p:cNvGrpSpPr/>
        <p:nvPr/>
      </p:nvGrpSpPr>
      <p:grpSpPr>
        <a:xfrm xmlns:a="http://schemas.openxmlformats.org/drawingml/2006/main"/>
      </p:grpSpPr>
      <p:sp>
        <p:nvSpPr>
          <p:cNvPr id="15" name="panel-1">
            <a:extLst xmlns:a="http://schemas.openxmlformats.org/drawingml/2006/main">
              <a:ext uri="{FF2B5EF4-FFF2-40B4-BE49-F238E27FC236}">
                <a16:creationId xmlns:a16="http://schemas.microsoft.com/office/drawing/2014/main" id="{77CF4FCD-871C-4001-8614-B1183F25322F}"/>
              </a:ext>
            </a:extLst>
          </p:cNvPr>
          <p:cNvSpPr>
            <a:spLocks xmlns:a="http://schemas.openxmlformats.org/drawingml/2006/main" noGrp="1"/>
          </p:cNvSpPr>
          <p:nvPr/>
        </p:nvSpPr>
        <p:spPr>
          <a:xfrm xmlns:a="http://schemas.openxmlformats.org/drawingml/2006/main">
            <a:off x="0" y="0"/>
            <a:ext cx="15240000" cy="742950"/>
          </a:xfrm>
          <a:prstGeom xmlns:a="http://schemas.openxmlformats.org/drawingml/2006/main" prst="rect">
            <a:avLst/>
          </a:prstGeom>
          <a:solidFill xmlns:a="http://schemas.openxmlformats.org/drawingml/2006/main">
            <a:srgbClr val="102C25"/>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0E06CBDA-8DC4-45BC-9B9A-6D1BA0C2CA96}"/>
              </a:ext>
            </a:extLst>
          </p:cNvPr>
          <p:cNvPicPr>
            <a:picLocks xmlns:a="http://schemas.openxmlformats.org/drawingml/2006/main" noChangeAspect="1"/>
          </p:cNvPicPr>
          <p:nvPr/>
        </p:nvPicPr>
        <p:blipFill>
          <a:blip xmlns:r="http://schemas.openxmlformats.org/officeDocument/2006/relationships" xmlns:a="http://schemas.openxmlformats.org/drawingml/2006/main" r:embed="R7a6fd2cde6664e99"/>
          <a:stretch xmlns:a="http://schemas.openxmlformats.org/drawingml/2006/main"/>
        </p:blipFill>
        <p:spPr>
          <a:xfrm xmlns:a="http://schemas.openxmlformats.org/drawingml/2006/main">
            <a:off x="966734" y="152400"/>
            <a:ext cx="1057383" cy="457200"/>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051E72F1-A037-46BF-8FF0-9F9FC2423D9D}"/>
              </a:ext>
            </a:extLst>
          </p:cNvPr>
          <p:cNvSpPr>
            <a:spLocks xmlns:a="http://schemas.openxmlformats.org/drawingml/2006/main" noGrp="1"/>
          </p:cNvSpPr>
          <p:nvPr/>
        </p:nvSpPr>
        <p:spPr>
          <a:xfrm xmlns:a="http://schemas.openxmlformats.org/drawingml/2006/main">
            <a:off x="2667000" y="2095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75" b="0">
                <a:solidFill>
                  <a:srgbClr val="AFC5B6"/>
                </a:solidFill>
                <a:latin typeface="Source Han Sans SC"/>
                <a:ea typeface="Source Han Sans SC"/>
                <a:cs typeface="Source Han Sans SC"/>
              </a:defRPr>
            </a:defPPr>
          </a:lstStyle>
          <a:p xmlns:a="http://schemas.openxmlformats.org/drawingml/2006/main">
            <a:pPr algn="l">
              <a:buNone/>
              <a:defRPr sz="1275" b="0">
                <a:solidFill>
                  <a:srgbClr val="AFC5B6"/>
                </a:solidFill>
                <a:latin typeface="Source Han Sans SC"/>
                <a:ea typeface="Source Han Sans SC"/>
                <a:cs typeface="Source Han Sans SC"/>
              </a:defRPr>
            </a:pPr>
            <a:r>
              <a:rPr sz="1275" b="0">
                <a:solidFill>
                  <a:srgbClr val="AFC5B6"/>
                </a:solidFill>
                <a:latin typeface="Source Han Sans SC"/>
                <a:ea typeface="Source Han Sans SC"/>
                <a:cs typeface="Source Han Sans SC"/>
              </a:rPr>
              <a:t>AI FOR ALL</a:t>
            </a:r>
          </a:p>
        </p:txBody>
      </p:sp>
      <p:sp>
        <p:nvSpPr>
          <p:cNvPr id="4" name="text-3">
            <a:extLst xmlns:a="http://schemas.openxmlformats.org/drawingml/2006/main">
              <a:ext uri="{FF2B5EF4-FFF2-40B4-BE49-F238E27FC236}">
                <a16:creationId xmlns:a16="http://schemas.microsoft.com/office/drawing/2014/main" id="{86F59D4B-9BCC-4498-8EE7-292A87BC7103}"/>
              </a:ext>
            </a:extLst>
          </p:cNvPr>
          <p:cNvSpPr>
            <a:spLocks xmlns:a="http://schemas.openxmlformats.org/drawingml/2006/main" noGrp="1"/>
          </p:cNvSpPr>
          <p:nvPr/>
        </p:nvSpPr>
        <p:spPr>
          <a:xfrm xmlns:a="http://schemas.openxmlformats.org/drawingml/2006/main">
            <a:off x="13239750" y="209550"/>
            <a:ext cx="1295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425" b="0">
                <a:solidFill>
                  <a:srgbClr val="AFC5B6"/>
                </a:solidFill>
                <a:latin typeface="Source Han Sans SC"/>
                <a:ea typeface="Source Han Sans SC"/>
                <a:cs typeface="Source Han Sans SC"/>
              </a:defRPr>
            </a:defPPr>
          </a:lstStyle>
          <a:p xmlns:a="http://schemas.openxmlformats.org/drawingml/2006/main">
            <a:pPr algn="r">
              <a:buNone/>
              <a:defRPr sz="1425" b="0">
                <a:solidFill>
                  <a:srgbClr val="AFC5B6"/>
                </a:solidFill>
                <a:latin typeface="Source Han Sans SC"/>
                <a:ea typeface="Source Han Sans SC"/>
                <a:cs typeface="Source Han Sans SC"/>
              </a:defRPr>
            </a:pPr>
            <a:r>
              <a:rPr sz="1425" b="0">
                <a:solidFill>
                  <a:srgbClr val="AFC5B6"/>
                </a:solidFill>
                <a:latin typeface="Source Han Sans SC"/>
                <a:ea typeface="Source Han Sans SC"/>
                <a:cs typeface="Source Han Sans SC"/>
              </a:rPr>
              <a:t>01 / 10</a:t>
            </a:r>
          </a:p>
        </p:txBody>
      </p:sp>
      <p:sp>
        <p:nvSpPr>
          <p:cNvPr id="5" name="line-4">
            <a:extLst xmlns:a="http://schemas.openxmlformats.org/drawingml/2006/main">
              <a:ext uri="{FF2B5EF4-FFF2-40B4-BE49-F238E27FC236}">
                <a16:creationId xmlns:a16="http://schemas.microsoft.com/office/drawing/2014/main" id="{98AAE95A-E38F-4D1D-AECD-1A9F6E40948F}"/>
              </a:ext>
            </a:extLst>
          </p:cNvPr>
          <p:cNvSpPr>
            <a:spLocks xmlns:a="http://schemas.openxmlformats.org/drawingml/2006/main" noGrp="1"/>
          </p:cNvSpPr>
          <p:nvPr/>
        </p:nvSpPr>
        <p:spPr>
          <a:xfrm xmlns:a="http://schemas.openxmlformats.org/drawingml/2006/main">
            <a:off x="685800" y="8058150"/>
            <a:ext cx="13868400" cy="0"/>
          </a:xfrm>
          <a:prstGeom xmlns:a="http://schemas.openxmlformats.org/drawingml/2006/main" prst="line">
            <a:avLst/>
          </a:prstGeom>
          <a:noFill xmlns:a="http://schemas.openxmlformats.org/drawingml/2006/main"/>
          <a:ln xmlns:a="http://schemas.openxmlformats.org/drawingml/2006/main" w="9525">
            <a:solidFill>
              <a:srgbClr val="3B5949"/>
            </a:solidFill>
            <a:prstDash val="solid"/>
          </a:ln>
        </p:spPr>
      </p:sp>
      <p:sp>
        <p:nvSpPr>
          <p:cNvPr id="6" name="text-5">
            <a:extLst xmlns:a="http://schemas.openxmlformats.org/drawingml/2006/main">
              <a:ext uri="{FF2B5EF4-FFF2-40B4-BE49-F238E27FC236}">
                <a16:creationId xmlns:a16="http://schemas.microsoft.com/office/drawing/2014/main" id="{D143A8DC-508A-4C0F-9227-6CFD9F86B18D}"/>
              </a:ext>
            </a:extLst>
          </p:cNvPr>
          <p:cNvSpPr>
            <a:spLocks xmlns:a="http://schemas.openxmlformats.org/drawingml/2006/main" noGrp="1"/>
          </p:cNvSpPr>
          <p:nvPr/>
        </p:nvSpPr>
        <p:spPr>
          <a:xfrm xmlns:a="http://schemas.openxmlformats.org/drawingml/2006/main">
            <a:off x="704850" y="81724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25" b="0">
                <a:solidFill>
                  <a:srgbClr val="AFC5B6"/>
                </a:solidFill>
                <a:latin typeface="Source Han Sans SC"/>
                <a:ea typeface="Source Han Sans SC"/>
                <a:cs typeface="Source Han Sans SC"/>
              </a:defRPr>
            </a:defPPr>
          </a:lstStyle>
          <a:p xmlns:a="http://schemas.openxmlformats.org/drawingml/2006/main">
            <a:pPr algn="l">
              <a:buNone/>
              <a:defRPr sz="1125" b="0">
                <a:solidFill>
                  <a:srgbClr val="AFC5B6"/>
                </a:solidFill>
                <a:latin typeface="Source Han Sans SC"/>
                <a:ea typeface="Source Han Sans SC"/>
                <a:cs typeface="Source Han Sans SC"/>
              </a:defRPr>
            </a:pPr>
            <a:r>
              <a:rPr sz="1125" b="0">
                <a:solidFill>
                  <a:srgbClr val="AFC5B6"/>
                </a:solidFill>
                <a:latin typeface="Source Han Sans SC"/>
                <a:ea typeface="Source Han Sans SC"/>
                <a:cs typeface="Source Han Sans SC"/>
              </a:rPr>
              <a:t>AI for All Manifesto</a:t>
            </a:r>
          </a:p>
        </p:txBody>
      </p:sp>
      <p:sp>
        <p:nvSpPr>
          <p:cNvPr id="7" name="text-6">
            <a:extLst xmlns:a="http://schemas.openxmlformats.org/drawingml/2006/main">
              <a:ext uri="{FF2B5EF4-FFF2-40B4-BE49-F238E27FC236}">
                <a16:creationId xmlns:a16="http://schemas.microsoft.com/office/drawing/2014/main" id="{EE728A6F-FD86-4675-999E-955989784CAE}"/>
              </a:ext>
            </a:extLst>
          </p:cNvPr>
          <p:cNvSpPr>
            <a:spLocks xmlns:a="http://schemas.openxmlformats.org/drawingml/2006/main" noGrp="1"/>
          </p:cNvSpPr>
          <p:nvPr/>
        </p:nvSpPr>
        <p:spPr>
          <a:xfrm xmlns:a="http://schemas.openxmlformats.org/drawingml/2006/main">
            <a:off x="12192000" y="8172450"/>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125" b="0">
                <a:solidFill>
                  <a:srgbClr val="AFC5B6"/>
                </a:solidFill>
                <a:latin typeface="Source Han Sans SC"/>
                <a:ea typeface="Source Han Sans SC"/>
                <a:cs typeface="Source Han Sans SC"/>
              </a:defRPr>
            </a:defPPr>
          </a:lstStyle>
          <a:p xmlns:a="http://schemas.openxmlformats.org/drawingml/2006/main">
            <a:pPr algn="r">
              <a:buNone/>
              <a:defRPr sz="1125" b="0">
                <a:solidFill>
                  <a:srgbClr val="AFC5B6"/>
                </a:solidFill>
                <a:latin typeface="Source Han Sans SC"/>
                <a:ea typeface="Source Han Sans SC"/>
                <a:cs typeface="Source Han Sans SC"/>
              </a:defRPr>
            </a:pPr>
            <a:r>
              <a:rPr sz="1125" b="0">
                <a:solidFill>
                  <a:srgbClr val="AFC5B6"/>
                </a:solidFill>
                <a:latin typeface="Source Han Sans SC"/>
                <a:ea typeface="Source Han Sans SC"/>
                <a:cs typeface="Source Han Sans SC"/>
              </a:rPr>
              <a:t>X-lab AI</a:t>
            </a:r>
          </a:p>
        </p:txBody>
      </p:sp>
      <p:sp>
        <p:nvSpPr>
          <p:cNvPr id="8" name="text-7">
            <a:extLst xmlns:a="http://schemas.openxmlformats.org/drawingml/2006/main">
              <a:ext uri="{FF2B5EF4-FFF2-40B4-BE49-F238E27FC236}">
                <a16:creationId xmlns:a16="http://schemas.microsoft.com/office/drawing/2014/main" id="{CF7C5013-BD2C-4C8A-9DA0-F8F5A28A5F87}"/>
              </a:ext>
            </a:extLst>
          </p:cNvPr>
          <p:cNvSpPr>
            <a:spLocks xmlns:a="http://schemas.openxmlformats.org/drawingml/2006/main" noGrp="1"/>
          </p:cNvSpPr>
          <p:nvPr/>
        </p:nvSpPr>
        <p:spPr>
          <a:xfrm xmlns:a="http://schemas.openxmlformats.org/drawingml/2006/main">
            <a:off x="666750" y="1857375"/>
            <a:ext cx="9144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5250" b="1">
                <a:solidFill>
                  <a:srgbClr val="EFF5EE"/>
                </a:solidFill>
                <a:latin typeface="Source Han Sans SC"/>
                <a:ea typeface="Source Han Sans SC"/>
                <a:cs typeface="Source Han Sans SC"/>
              </a:defRPr>
            </a:defPPr>
          </a:lstStyle>
          <a:p xmlns:a="http://schemas.openxmlformats.org/drawingml/2006/main">
            <a:pPr algn="l">
              <a:buNone/>
              <a:defRPr sz="5250" b="1">
                <a:solidFill>
                  <a:srgbClr val="EFF5EE"/>
                </a:solidFill>
                <a:latin typeface="Source Han Sans SC"/>
                <a:ea typeface="Source Han Sans SC"/>
                <a:cs typeface="Source Han Sans SC"/>
              </a:defRPr>
            </a:pPr>
            <a:r>
              <a:rPr sz="5250" b="1">
                <a:solidFill>
                  <a:srgbClr val="EFF5EE"/>
                </a:solidFill>
                <a:latin typeface="Source Han Sans SC"/>
                <a:ea typeface="Source Han Sans SC"/>
                <a:cs typeface="Source Han Sans SC"/>
              </a:rPr>
              <a:t>AI for All Manifesto</a:t>
            </a:r>
          </a:p>
        </p:txBody>
      </p:sp>
      <p:sp>
        <p:nvSpPr>
          <p:cNvPr id="9" name="text-8">
            <a:extLst xmlns:a="http://schemas.openxmlformats.org/drawingml/2006/main">
              <a:ext uri="{FF2B5EF4-FFF2-40B4-BE49-F238E27FC236}">
                <a16:creationId xmlns:a16="http://schemas.microsoft.com/office/drawing/2014/main" id="{AB8A1EBF-F154-4AD4-AB2A-E92A90C185D7}"/>
              </a:ext>
            </a:extLst>
          </p:cNvPr>
          <p:cNvSpPr>
            <a:spLocks xmlns:a="http://schemas.openxmlformats.org/drawingml/2006/main" noGrp="1"/>
          </p:cNvSpPr>
          <p:nvPr/>
        </p:nvSpPr>
        <p:spPr>
          <a:xfrm xmlns:a="http://schemas.openxmlformats.org/drawingml/2006/main">
            <a:off x="666750" y="2952750"/>
            <a:ext cx="885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4500" b="1">
                <a:solidFill>
                  <a:srgbClr val="EFF5EE"/>
                </a:solidFill>
                <a:latin typeface="Source Han Sans SC"/>
                <a:ea typeface="Source Han Sans SC"/>
                <a:cs typeface="Source Han Sans SC"/>
              </a:defRPr>
            </a:defPPr>
          </a:lstStyle>
          <a:p xmlns:a="http://schemas.openxmlformats.org/drawingml/2006/main">
            <a:pPr algn="l">
              <a:buNone/>
              <a:defRPr sz="4500" b="1">
                <a:solidFill>
                  <a:srgbClr val="EFF5EE"/>
                </a:solidFill>
                <a:latin typeface="Source Han Sans SC"/>
                <a:ea typeface="Source Han Sans SC"/>
                <a:cs typeface="Source Han Sans SC"/>
              </a:defRPr>
            </a:pPr>
            <a:r>
              <a:rPr sz="4500" b="1">
                <a:solidFill>
                  <a:srgbClr val="EFF5EE"/>
                </a:solidFill>
                <a:latin typeface="Source Han Sans SC"/>
                <a:ea typeface="Source Han Sans SC"/>
                <a:cs typeface="Source Han Sans SC"/>
              </a:rPr>
              <a:t>Make AI affordable</a:t>
            </a:r>
          </a:p>
        </p:txBody>
      </p:sp>
      <p:sp>
        <p:nvSpPr>
          <p:cNvPr id="10" name="text-9">
            <a:extLst xmlns:a="http://schemas.openxmlformats.org/drawingml/2006/main">
              <a:ext uri="{FF2B5EF4-FFF2-40B4-BE49-F238E27FC236}">
                <a16:creationId xmlns:a16="http://schemas.microsoft.com/office/drawing/2014/main" id="{0D919436-61BB-4003-9CF5-B8F9EED8D37C}"/>
              </a:ext>
            </a:extLst>
          </p:cNvPr>
          <p:cNvSpPr>
            <a:spLocks xmlns:a="http://schemas.openxmlformats.org/drawingml/2006/main" noGrp="1"/>
          </p:cNvSpPr>
          <p:nvPr/>
        </p:nvSpPr>
        <p:spPr>
          <a:xfrm xmlns:a="http://schemas.openxmlformats.org/drawingml/2006/main">
            <a:off x="666750" y="3914775"/>
            <a:ext cx="8572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4500" b="1">
                <a:solidFill>
                  <a:srgbClr val="C6EE85"/>
                </a:solidFill>
                <a:latin typeface="Source Han Sans SC"/>
                <a:ea typeface="Source Han Sans SC"/>
                <a:cs typeface="Source Han Sans SC"/>
              </a:defRPr>
            </a:defPPr>
          </a:lstStyle>
          <a:p xmlns:a="http://schemas.openxmlformats.org/drawingml/2006/main">
            <a:pPr algn="l">
              <a:buNone/>
              <a:defRPr sz="4500" b="1">
                <a:solidFill>
                  <a:srgbClr val="C6EE85"/>
                </a:solidFill>
                <a:latin typeface="Source Han Sans SC"/>
                <a:ea typeface="Source Han Sans SC"/>
                <a:cs typeface="Source Han Sans SC"/>
              </a:defRPr>
            </a:pPr>
            <a:r>
              <a:rPr sz="4500" b="1">
                <a:solidFill>
                  <a:srgbClr val="C6EE85"/>
                </a:solidFill>
                <a:latin typeface="Source Han Sans SC"/>
                <a:ea typeface="Source Han Sans SC"/>
                <a:cs typeface="Source Han Sans SC"/>
              </a:rPr>
              <a:t>and useful</a:t>
            </a:r>
          </a:p>
        </p:txBody>
      </p:sp>
      <p:sp>
        <p:nvSpPr>
          <p:cNvPr id="11" name="text-10">
            <a:extLst xmlns:a="http://schemas.openxmlformats.org/drawingml/2006/main">
              <a:ext uri="{FF2B5EF4-FFF2-40B4-BE49-F238E27FC236}">
                <a16:creationId xmlns:a16="http://schemas.microsoft.com/office/drawing/2014/main" id="{9DD4C156-DA51-47E3-9B19-94307D7A5063}"/>
              </a:ext>
            </a:extLst>
          </p:cNvPr>
          <p:cNvSpPr>
            <a:spLocks xmlns:a="http://schemas.openxmlformats.org/drawingml/2006/main" noGrp="1"/>
          </p:cNvSpPr>
          <p:nvPr/>
        </p:nvSpPr>
        <p:spPr>
          <a:xfrm xmlns:a="http://schemas.openxmlformats.org/drawingml/2006/main">
            <a:off x="714375" y="5381625"/>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0">
                <a:solidFill>
                  <a:srgbClr val="AFC5B6"/>
                </a:solidFill>
                <a:latin typeface="Source Han Sans SC"/>
                <a:ea typeface="Source Han Sans SC"/>
                <a:cs typeface="Source Han Sans SC"/>
              </a:defRPr>
            </a:defPPr>
          </a:lstStyle>
          <a:p xmlns:a="http://schemas.openxmlformats.org/drawingml/2006/main">
            <a:pPr algn="l">
              <a:buNone/>
              <a:defRPr sz="2100" b="0">
                <a:solidFill>
                  <a:srgbClr val="AFC5B6"/>
                </a:solidFill>
                <a:latin typeface="Source Han Sans SC"/>
                <a:ea typeface="Source Han Sans SC"/>
                <a:cs typeface="Source Han Sans SC"/>
              </a:defRPr>
            </a:pPr>
            <a:r>
              <a:rPr sz="2100" b="0">
                <a:solidFill>
                  <a:srgbClr val="AFC5B6"/>
                </a:solidFill>
                <a:latin typeface="Source Han Sans SC"/>
                <a:ea typeface="Source Han Sans SC"/>
                <a:cs typeface="Source Han Sans SC"/>
              </a:rPr>
              <a:t>Starting with developer communities,</a:t>
            </a:r>
          </a:p>
        </p:txBody>
      </p:sp>
      <p:sp>
        <p:nvSpPr>
          <p:cNvPr id="12" name="text-11">
            <a:extLst xmlns:a="http://schemas.openxmlformats.org/drawingml/2006/main">
              <a:ext uri="{FF2B5EF4-FFF2-40B4-BE49-F238E27FC236}">
                <a16:creationId xmlns:a16="http://schemas.microsoft.com/office/drawing/2014/main" id="{FD00E5F0-97AF-4DA1-970C-EC8CC795D583}"/>
              </a:ext>
            </a:extLst>
          </p:cNvPr>
          <p:cNvSpPr>
            <a:spLocks xmlns:a="http://schemas.openxmlformats.org/drawingml/2006/main" noGrp="1"/>
          </p:cNvSpPr>
          <p:nvPr/>
        </p:nvSpPr>
        <p:spPr>
          <a:xfrm xmlns:a="http://schemas.openxmlformats.org/drawingml/2006/main">
            <a:off x="714375" y="5829300"/>
            <a:ext cx="866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0">
                <a:solidFill>
                  <a:srgbClr val="AFC5B6"/>
                </a:solidFill>
                <a:latin typeface="Source Han Sans SC"/>
                <a:ea typeface="Source Han Sans SC"/>
                <a:cs typeface="Source Han Sans SC"/>
              </a:defRPr>
            </a:defPPr>
          </a:lstStyle>
          <a:p xmlns:a="http://schemas.openxmlformats.org/drawingml/2006/main">
            <a:pPr algn="l">
              <a:buNone/>
              <a:defRPr sz="2100" b="0">
                <a:solidFill>
                  <a:srgbClr val="AFC5B6"/>
                </a:solidFill>
                <a:latin typeface="Source Han Sans SC"/>
                <a:ea typeface="Source Han Sans SC"/>
                <a:cs typeface="Source Han Sans SC"/>
              </a:defRPr>
            </a:pPr>
            <a:r>
              <a:rPr sz="2100" b="0">
                <a:solidFill>
                  <a:srgbClr val="AFC5B6"/>
                </a:solidFill>
                <a:latin typeface="Source Han Sans SC"/>
                <a:ea typeface="Source Han Sans SC"/>
                <a:cs typeface="Source Han Sans SC"/>
              </a:rPr>
              <a:t>turning open technology into opportunity and capability.</a:t>
            </a:r>
          </a:p>
        </p:txBody>
      </p:sp>
      <p:pic>
        <p:nvPicPr>
          <p:cNvPr id="13" name="">
            <a:extLst xmlns:a="http://schemas.openxmlformats.org/drawingml/2006/main">
              <a:ext uri="{FF2B5EF4-FFF2-40B4-BE49-F238E27FC236}">
                <a16:creationId xmlns:a16="http://schemas.microsoft.com/office/drawing/2014/main" id="{D44B2160-77C6-460E-A6DF-7423FD0076BA}"/>
              </a:ext>
            </a:extLst>
          </p:cNvPr>
          <p:cNvPicPr>
            <a:picLocks xmlns:a="http://schemas.openxmlformats.org/drawingml/2006/main" noChangeAspect="1"/>
          </p:cNvPicPr>
          <p:nvPr/>
        </p:nvPicPr>
        <p:blipFill>
          <a:blip xmlns:r="http://schemas.openxmlformats.org/officeDocument/2006/relationships" xmlns:a="http://schemas.openxmlformats.org/drawingml/2006/main" r:embed="R315f6ae14f8b438d"/>
          <a:stretch xmlns:a="http://schemas.openxmlformats.org/drawingml/2006/main"/>
        </p:blipFill>
        <p:spPr>
          <a:xfrm xmlns:a="http://schemas.openxmlformats.org/drawingml/2006/main">
            <a:off x="8572500" y="2181357"/>
            <a:ext cx="5905500" cy="4495536"/>
          </a:xfrm>
          <a:prstGeom xmlns:a="http://schemas.openxmlformats.org/drawingml/2006/main" prst="rect">
            <a:avLst/>
          </a:prstGeom>
        </p:spPr>
      </p:pic>
      <p:sp>
        <p:nvSpPr>
          <p:cNvPr id="14" name="text-12">
            <a:extLst xmlns:a="http://schemas.openxmlformats.org/drawingml/2006/main">
              <a:ext uri="{FF2B5EF4-FFF2-40B4-BE49-F238E27FC236}">
                <a16:creationId xmlns:a16="http://schemas.microsoft.com/office/drawing/2014/main" id="{B538CC69-9019-4D54-8F95-10D2EFC97D9F}"/>
              </a:ext>
            </a:extLst>
          </p:cNvPr>
          <p:cNvSpPr>
            <a:spLocks xmlns:a="http://schemas.openxmlformats.org/drawingml/2006/main" noGrp="1"/>
          </p:cNvSpPr>
          <p:nvPr/>
        </p:nvSpPr>
        <p:spPr>
          <a:xfrm xmlns:a="http://schemas.openxmlformats.org/drawingml/2006/main">
            <a:off x="714375" y="7324725"/>
            <a:ext cx="1190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AFC5B6"/>
                </a:solidFill>
                <a:latin typeface="Source Han Sans SC"/>
                <a:ea typeface="Source Han Sans SC"/>
                <a:cs typeface="Source Han Sans SC"/>
              </a:defRPr>
            </a:defPPr>
          </a:lstStyle>
          <a:p xmlns:a="http://schemas.openxmlformats.org/drawingml/2006/main">
            <a:pPr algn="l">
              <a:buNone/>
              <a:defRPr sz="1800" b="0">
                <a:solidFill>
                  <a:srgbClr val="AFC5B6"/>
                </a:solidFill>
                <a:latin typeface="Source Han Sans SC"/>
                <a:ea typeface="Source Han Sans SC"/>
                <a:cs typeface="Source Han Sans SC"/>
              </a:defRPr>
            </a:pPr>
            <a:r>
              <a:rPr sz="1800" b="0">
                <a:solidFill>
                  <a:srgbClr val="AFC5B6"/>
                </a:solidFill>
                <a:latin typeface="Source Han Sans SC"/>
                <a:ea typeface="Source Han Sans SC"/>
                <a:cs typeface="Source Han Sans SC"/>
              </a:rPr>
              <a:t>One goal  ·  Two forces  ·  One core  ·  Two cycles  ·  Three perspectives</a:t>
            </a:r>
          </a:p>
        </p:txBody>
      </p:sp>
    </p:spTree>
    <p:extLst>
      <p:ext uri="{BB962C8B-B14F-4D97-AF65-F5344CB8AC3E}">
        <p14:creationId xmlns:p14="http://schemas.microsoft.com/office/powerpoint/2010/main" val="947454349"/>
      </p:ext>
    </p:extLst>
  </p:cSld>
</p:sld>
</file>

<file path=ppt/slides/slide2.xml><?xml version="1.0" encoding="utf-8"?>
<p:sld xmlns:p="http://schemas.openxmlformats.org/presentationml/2006/main">
  <p:cSld>
    <p:bg>
      <p:bgPr>
        <a:solidFill xmlns:a="http://schemas.openxmlformats.org/drawingml/2006/main">
          <a:srgbClr val="F3F5EE"/>
        </a:solidFill>
      </p:bgPr>
    </p:bg>
    <p:spTree>
      <p:nvGrpSpPr>
        <p:cNvPr id="1" name=""/>
        <p:cNvGrpSpPr/>
        <p:nvPr/>
      </p:nvGrpSpPr>
      <p:grpSpPr>
        <a:xfrm xmlns:a="http://schemas.openxmlformats.org/drawingml/2006/main"/>
      </p:grpSpPr>
      <p:sp>
        <p:nvSpPr>
          <p:cNvPr id="20" name="panel-13">
            <a:extLst xmlns:a="http://schemas.openxmlformats.org/drawingml/2006/main">
              <a:ext uri="{FF2B5EF4-FFF2-40B4-BE49-F238E27FC236}">
                <a16:creationId xmlns:a16="http://schemas.microsoft.com/office/drawing/2014/main" id="{240EE13E-2D78-4ED4-B0EC-9C2195664469}"/>
              </a:ext>
            </a:extLst>
          </p:cNvPr>
          <p:cNvSpPr>
            <a:spLocks xmlns:a="http://schemas.openxmlformats.org/drawingml/2006/main" noGrp="1"/>
          </p:cNvSpPr>
          <p:nvPr/>
        </p:nvSpPr>
        <p:spPr>
          <a:xfrm xmlns:a="http://schemas.openxmlformats.org/drawingml/2006/main">
            <a:off x="0" y="0"/>
            <a:ext cx="15240000" cy="742950"/>
          </a:xfrm>
          <a:prstGeom xmlns:a="http://schemas.openxmlformats.org/drawingml/2006/main" prst="rect">
            <a:avLst/>
          </a:prstGeom>
          <a:solidFill xmlns:a="http://schemas.openxmlformats.org/drawingml/2006/main">
            <a:srgbClr val="102C25"/>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2DC31EFD-2AA8-4436-9A04-297E58F4EF11}"/>
              </a:ext>
            </a:extLst>
          </p:cNvPr>
          <p:cNvPicPr>
            <a:picLocks xmlns:a="http://schemas.openxmlformats.org/drawingml/2006/main" noChangeAspect="1"/>
          </p:cNvPicPr>
          <p:nvPr/>
        </p:nvPicPr>
        <p:blipFill>
          <a:blip xmlns:r="http://schemas.openxmlformats.org/officeDocument/2006/relationships" xmlns:a="http://schemas.openxmlformats.org/drawingml/2006/main" r:embed="R33a1554eccef433b"/>
          <a:stretch xmlns:a="http://schemas.openxmlformats.org/drawingml/2006/main"/>
        </p:blipFill>
        <p:spPr>
          <a:xfrm xmlns:a="http://schemas.openxmlformats.org/drawingml/2006/main">
            <a:off x="966734" y="152400"/>
            <a:ext cx="1057383" cy="457200"/>
          </a:xfrm>
          <a:prstGeom xmlns:a="http://schemas.openxmlformats.org/drawingml/2006/main" prst="rect">
            <a:avLst/>
          </a:prstGeom>
        </p:spPr>
      </p:pic>
      <p:sp>
        <p:nvSpPr>
          <p:cNvPr id="3" name="text-14">
            <a:extLst xmlns:a="http://schemas.openxmlformats.org/drawingml/2006/main">
              <a:ext uri="{FF2B5EF4-FFF2-40B4-BE49-F238E27FC236}">
                <a16:creationId xmlns:a16="http://schemas.microsoft.com/office/drawing/2014/main" id="{4EC00D8E-F859-47E2-97EA-2837DF4EFF6F}"/>
              </a:ext>
            </a:extLst>
          </p:cNvPr>
          <p:cNvSpPr>
            <a:spLocks xmlns:a="http://schemas.openxmlformats.org/drawingml/2006/main" noGrp="1"/>
          </p:cNvSpPr>
          <p:nvPr/>
        </p:nvSpPr>
        <p:spPr>
          <a:xfrm xmlns:a="http://schemas.openxmlformats.org/drawingml/2006/main">
            <a:off x="2667000" y="2095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75" b="0">
                <a:solidFill>
                  <a:srgbClr val="AFC5B6"/>
                </a:solidFill>
                <a:latin typeface="Source Han Sans SC"/>
                <a:ea typeface="Source Han Sans SC"/>
                <a:cs typeface="Source Han Sans SC"/>
              </a:defRPr>
            </a:defPPr>
          </a:lstStyle>
          <a:p xmlns:a="http://schemas.openxmlformats.org/drawingml/2006/main">
            <a:pPr algn="l">
              <a:buNone/>
              <a:defRPr sz="1275" b="0">
                <a:solidFill>
                  <a:srgbClr val="AFC5B6"/>
                </a:solidFill>
                <a:latin typeface="Source Han Sans SC"/>
                <a:ea typeface="Source Han Sans SC"/>
                <a:cs typeface="Source Han Sans SC"/>
              </a:defRPr>
            </a:pPr>
            <a:r>
              <a:rPr sz="1275" b="0">
                <a:solidFill>
                  <a:srgbClr val="AFC5B6"/>
                </a:solidFill>
                <a:latin typeface="Source Han Sans SC"/>
                <a:ea typeface="Source Han Sans SC"/>
                <a:cs typeface="Source Han Sans SC"/>
              </a:rPr>
              <a:t>AI FOR ALL</a:t>
            </a:r>
          </a:p>
        </p:txBody>
      </p:sp>
      <p:sp>
        <p:nvSpPr>
          <p:cNvPr id="4" name="text-15">
            <a:extLst xmlns:a="http://schemas.openxmlformats.org/drawingml/2006/main">
              <a:ext uri="{FF2B5EF4-FFF2-40B4-BE49-F238E27FC236}">
                <a16:creationId xmlns:a16="http://schemas.microsoft.com/office/drawing/2014/main" id="{814E7972-D958-4ABD-883C-7EBBBA4A2DA3}"/>
              </a:ext>
            </a:extLst>
          </p:cNvPr>
          <p:cNvSpPr>
            <a:spLocks xmlns:a="http://schemas.openxmlformats.org/drawingml/2006/main" noGrp="1"/>
          </p:cNvSpPr>
          <p:nvPr/>
        </p:nvSpPr>
        <p:spPr>
          <a:xfrm xmlns:a="http://schemas.openxmlformats.org/drawingml/2006/main">
            <a:off x="13239750" y="209550"/>
            <a:ext cx="1295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425" b="0">
                <a:solidFill>
                  <a:srgbClr val="AFC5B6"/>
                </a:solidFill>
                <a:latin typeface="Source Han Sans SC"/>
                <a:ea typeface="Source Han Sans SC"/>
                <a:cs typeface="Source Han Sans SC"/>
              </a:defRPr>
            </a:defPPr>
          </a:lstStyle>
          <a:p xmlns:a="http://schemas.openxmlformats.org/drawingml/2006/main">
            <a:pPr algn="r">
              <a:buNone/>
              <a:defRPr sz="1425" b="0">
                <a:solidFill>
                  <a:srgbClr val="AFC5B6"/>
                </a:solidFill>
                <a:latin typeface="Source Han Sans SC"/>
                <a:ea typeface="Source Han Sans SC"/>
                <a:cs typeface="Source Han Sans SC"/>
              </a:defRPr>
            </a:pPr>
            <a:r>
              <a:rPr sz="1425" b="0">
                <a:solidFill>
                  <a:srgbClr val="AFC5B6"/>
                </a:solidFill>
                <a:latin typeface="Source Han Sans SC"/>
                <a:ea typeface="Source Han Sans SC"/>
                <a:cs typeface="Source Han Sans SC"/>
              </a:rPr>
              <a:t>02 / 10</a:t>
            </a:r>
          </a:p>
        </p:txBody>
      </p:sp>
      <p:sp>
        <p:nvSpPr>
          <p:cNvPr id="5" name="text-16">
            <a:extLst xmlns:a="http://schemas.openxmlformats.org/drawingml/2006/main">
              <a:ext uri="{FF2B5EF4-FFF2-40B4-BE49-F238E27FC236}">
                <a16:creationId xmlns:a16="http://schemas.microsoft.com/office/drawing/2014/main" id="{F6C52583-B276-478E-AD4D-41C8BD039A41}"/>
              </a:ext>
            </a:extLst>
          </p:cNvPr>
          <p:cNvSpPr>
            <a:spLocks xmlns:a="http://schemas.openxmlformats.org/drawingml/2006/main" noGrp="1"/>
          </p:cNvSpPr>
          <p:nvPr/>
        </p:nvSpPr>
        <p:spPr>
          <a:xfrm xmlns:a="http://schemas.openxmlformats.org/drawingml/2006/main">
            <a:off x="704850" y="97155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668176"/>
                </a:solidFill>
                <a:latin typeface="Source Han Sans SC"/>
                <a:ea typeface="Source Han Sans SC"/>
                <a:cs typeface="Source Han Sans SC"/>
              </a:defRPr>
            </a:defPPr>
          </a:lstStyle>
          <a:p xmlns:a="http://schemas.openxmlformats.org/drawingml/2006/main">
            <a:pPr algn="l">
              <a:buNone/>
              <a:defRPr sz="1350" b="0">
                <a:solidFill>
                  <a:srgbClr val="668176"/>
                </a:solidFill>
                <a:latin typeface="Source Han Sans SC"/>
                <a:ea typeface="Source Han Sans SC"/>
                <a:cs typeface="Source Han Sans SC"/>
              </a:defRPr>
            </a:pPr>
            <a:r>
              <a:rPr sz="1350" b="0">
                <a:solidFill>
                  <a:srgbClr val="668176"/>
                </a:solidFill>
                <a:latin typeface="Source Han Sans SC"/>
                <a:ea typeface="Source Han Sans SC"/>
                <a:cs typeface="Source Han Sans SC"/>
              </a:rPr>
              <a:t>35 years of Linux</a:t>
            </a:r>
          </a:p>
        </p:txBody>
      </p:sp>
      <p:sp>
        <p:nvSpPr>
          <p:cNvPr id="6" name="text-17">
            <a:extLst xmlns:a="http://schemas.openxmlformats.org/drawingml/2006/main">
              <a:ext uri="{FF2B5EF4-FFF2-40B4-BE49-F238E27FC236}">
                <a16:creationId xmlns:a16="http://schemas.microsoft.com/office/drawing/2014/main" id="{3B6F7D98-BE5C-4FA2-8AC2-220035A705A5}"/>
              </a:ext>
            </a:extLst>
          </p:cNvPr>
          <p:cNvSpPr>
            <a:spLocks xmlns:a="http://schemas.openxmlformats.org/drawingml/2006/main" noGrp="1"/>
          </p:cNvSpPr>
          <p:nvPr/>
        </p:nvSpPr>
        <p:spPr>
          <a:xfrm xmlns:a="http://schemas.openxmlformats.org/drawingml/2006/main">
            <a:off x="685800" y="1381125"/>
            <a:ext cx="13868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93E33"/>
                </a:solidFill>
                <a:latin typeface="Source Han Sans SC"/>
                <a:ea typeface="Source Han Sans SC"/>
                <a:cs typeface="Source Han Sans SC"/>
              </a:defRPr>
            </a:defPPr>
          </a:lstStyle>
          <a:p xmlns:a="http://schemas.openxmlformats.org/drawingml/2006/main">
            <a:pPr algn="l">
              <a:buNone/>
              <a:defRPr sz="3600" b="1">
                <a:solidFill>
                  <a:srgbClr val="193E33"/>
                </a:solidFill>
                <a:latin typeface="Source Han Sans SC"/>
                <a:ea typeface="Source Han Sans SC"/>
                <a:cs typeface="Source Han Sans SC"/>
              </a:defRPr>
            </a:pPr>
            <a:r>
              <a:rPr sz="3600" b="1">
                <a:solidFill>
                  <a:srgbClr val="193E33"/>
                </a:solidFill>
                <a:latin typeface="Source Han Sans SC"/>
                <a:ea typeface="Source Han Sans SC"/>
                <a:cs typeface="Source Han Sans SC"/>
              </a:rPr>
              <a:t>Open collaboration, a shared foundation</a:t>
            </a:r>
          </a:p>
        </p:txBody>
      </p:sp>
      <p:sp>
        <p:nvSpPr>
          <p:cNvPr id="7" name="text-18">
            <a:extLst xmlns:a="http://schemas.openxmlformats.org/drawingml/2006/main">
              <a:ext uri="{FF2B5EF4-FFF2-40B4-BE49-F238E27FC236}">
                <a16:creationId xmlns:a16="http://schemas.microsoft.com/office/drawing/2014/main" id="{D4EAA0AB-7CD4-48D6-B727-45F9EB61CC47}"/>
              </a:ext>
            </a:extLst>
          </p:cNvPr>
          <p:cNvSpPr>
            <a:spLocks xmlns:a="http://schemas.openxmlformats.org/drawingml/2006/main" noGrp="1"/>
          </p:cNvSpPr>
          <p:nvPr/>
        </p:nvSpPr>
        <p:spPr>
          <a:xfrm xmlns:a="http://schemas.openxmlformats.org/drawingml/2006/main">
            <a:off x="704850" y="2152650"/>
            <a:ext cx="1381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668176"/>
                </a:solidFill>
                <a:latin typeface="Source Han Sans SC"/>
                <a:ea typeface="Source Han Sans SC"/>
                <a:cs typeface="Source Han Sans SC"/>
              </a:defRPr>
            </a:defPPr>
          </a:lstStyle>
          <a:p xmlns:a="http://schemas.openxmlformats.org/drawingml/2006/main">
            <a:pPr algn="l">
              <a:buNone/>
              <a:defRPr sz="1800" b="0">
                <a:solidFill>
                  <a:srgbClr val="668176"/>
                </a:solidFill>
                <a:latin typeface="Source Han Sans SC"/>
                <a:ea typeface="Source Han Sans SC"/>
                <a:cs typeface="Source Han Sans SC"/>
              </a:defRPr>
            </a:pPr>
            <a:r>
              <a:rPr sz="1800" b="0">
                <a:solidFill>
                  <a:srgbClr val="668176"/>
                </a:solidFill>
                <a:latin typeface="Source Han Sans SC"/>
                <a:ea typeface="Source Han Sans SC"/>
                <a:cs typeface="Source Han Sans SC"/>
              </a:rPr>
              <a:t>Thirty-five years of Linux show what sustained collaboration can build.</a:t>
            </a:r>
          </a:p>
        </p:txBody>
      </p:sp>
      <p:sp>
        <p:nvSpPr>
          <p:cNvPr id="8" name="line-19">
            <a:extLst xmlns:a="http://schemas.openxmlformats.org/drawingml/2006/main">
              <a:ext uri="{FF2B5EF4-FFF2-40B4-BE49-F238E27FC236}">
                <a16:creationId xmlns:a16="http://schemas.microsoft.com/office/drawing/2014/main" id="{DC484CAA-1B87-48DD-9ADA-1DE5C761EB50}"/>
              </a:ext>
            </a:extLst>
          </p:cNvPr>
          <p:cNvSpPr>
            <a:spLocks xmlns:a="http://schemas.openxmlformats.org/drawingml/2006/main" noGrp="1"/>
          </p:cNvSpPr>
          <p:nvPr/>
        </p:nvSpPr>
        <p:spPr>
          <a:xfrm xmlns:a="http://schemas.openxmlformats.org/drawingml/2006/main">
            <a:off x="685800" y="8058150"/>
            <a:ext cx="13868400" cy="0"/>
          </a:xfrm>
          <a:prstGeom xmlns:a="http://schemas.openxmlformats.org/drawingml/2006/main" prst="line">
            <a:avLst/>
          </a:prstGeom>
          <a:noFill xmlns:a="http://schemas.openxmlformats.org/drawingml/2006/main"/>
          <a:ln xmlns:a="http://schemas.openxmlformats.org/drawingml/2006/main" w="9525">
            <a:solidFill>
              <a:srgbClr val="D6DFD3"/>
            </a:solidFill>
            <a:prstDash val="solid"/>
          </a:ln>
        </p:spPr>
      </p:sp>
      <p:sp>
        <p:nvSpPr>
          <p:cNvPr id="9" name="text-20">
            <a:extLst xmlns:a="http://schemas.openxmlformats.org/drawingml/2006/main">
              <a:ext uri="{FF2B5EF4-FFF2-40B4-BE49-F238E27FC236}">
                <a16:creationId xmlns:a16="http://schemas.microsoft.com/office/drawing/2014/main" id="{C7483D37-E1E0-4ABB-867E-8849BD9867E5}"/>
              </a:ext>
            </a:extLst>
          </p:cNvPr>
          <p:cNvSpPr>
            <a:spLocks xmlns:a="http://schemas.openxmlformats.org/drawingml/2006/main" noGrp="1"/>
          </p:cNvSpPr>
          <p:nvPr/>
        </p:nvSpPr>
        <p:spPr>
          <a:xfrm xmlns:a="http://schemas.openxmlformats.org/drawingml/2006/main">
            <a:off x="704850" y="81724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25" b="0">
                <a:solidFill>
                  <a:srgbClr val="668176"/>
                </a:solidFill>
                <a:latin typeface="Source Han Sans SC"/>
                <a:ea typeface="Source Han Sans SC"/>
                <a:cs typeface="Source Han Sans SC"/>
              </a:defRPr>
            </a:defPPr>
          </a:lstStyle>
          <a:p xmlns:a="http://schemas.openxmlformats.org/drawingml/2006/main">
            <a:pPr algn="l">
              <a:buNone/>
              <a:defRPr sz="1125" b="0">
                <a:solidFill>
                  <a:srgbClr val="668176"/>
                </a:solidFill>
                <a:latin typeface="Source Han Sans SC"/>
                <a:ea typeface="Source Han Sans SC"/>
                <a:cs typeface="Source Han Sans SC"/>
              </a:defRPr>
            </a:pPr>
            <a:r>
              <a:rPr sz="1125" b="0">
                <a:solidFill>
                  <a:srgbClr val="668176"/>
                </a:solidFill>
                <a:latin typeface="Source Han Sans SC"/>
                <a:ea typeface="Source Han Sans SC"/>
                <a:cs typeface="Source Han Sans SC"/>
              </a:rPr>
              <a:t>AI for All Manifesto</a:t>
            </a:r>
          </a:p>
        </p:txBody>
      </p:sp>
      <p:sp>
        <p:nvSpPr>
          <p:cNvPr id="10" name="text-21">
            <a:extLst xmlns:a="http://schemas.openxmlformats.org/drawingml/2006/main">
              <a:ext uri="{FF2B5EF4-FFF2-40B4-BE49-F238E27FC236}">
                <a16:creationId xmlns:a16="http://schemas.microsoft.com/office/drawing/2014/main" id="{76CB3EC7-9D77-4B80-8EEB-82F1F1AE1F38}"/>
              </a:ext>
            </a:extLst>
          </p:cNvPr>
          <p:cNvSpPr>
            <a:spLocks xmlns:a="http://schemas.openxmlformats.org/drawingml/2006/main" noGrp="1"/>
          </p:cNvSpPr>
          <p:nvPr/>
        </p:nvSpPr>
        <p:spPr>
          <a:xfrm xmlns:a="http://schemas.openxmlformats.org/drawingml/2006/main">
            <a:off x="12192000" y="8172450"/>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125" b="0">
                <a:solidFill>
                  <a:srgbClr val="668176"/>
                </a:solidFill>
                <a:latin typeface="Source Han Sans SC"/>
                <a:ea typeface="Source Han Sans SC"/>
                <a:cs typeface="Source Han Sans SC"/>
              </a:defRPr>
            </a:defPPr>
          </a:lstStyle>
          <a:p xmlns:a="http://schemas.openxmlformats.org/drawingml/2006/main">
            <a:pPr algn="r">
              <a:buNone/>
              <a:defRPr sz="1125" b="0">
                <a:solidFill>
                  <a:srgbClr val="668176"/>
                </a:solidFill>
                <a:latin typeface="Source Han Sans SC"/>
                <a:ea typeface="Source Han Sans SC"/>
                <a:cs typeface="Source Han Sans SC"/>
              </a:defRPr>
            </a:pPr>
            <a:r>
              <a:rPr sz="1125" b="0">
                <a:solidFill>
                  <a:srgbClr val="668176"/>
                </a:solidFill>
                <a:latin typeface="Source Han Sans SC"/>
                <a:ea typeface="Source Han Sans SC"/>
                <a:cs typeface="Source Han Sans SC"/>
              </a:rPr>
              <a:t>X-lab AI</a:t>
            </a:r>
          </a:p>
        </p:txBody>
      </p:sp>
      <p:sp>
        <p:nvSpPr>
          <p:cNvPr id="11" name="step1:text-22">
            <a:extLst xmlns:a="http://schemas.openxmlformats.org/drawingml/2006/main">
              <a:ext uri="{FF2B5EF4-FFF2-40B4-BE49-F238E27FC236}">
                <a16:creationId xmlns:a16="http://schemas.microsoft.com/office/drawing/2014/main" id="{765B3852-0430-43BE-8EE1-266DDB6A4499}"/>
              </a:ext>
            </a:extLst>
          </p:cNvPr>
          <p:cNvSpPr>
            <a:spLocks xmlns:a="http://schemas.openxmlformats.org/drawingml/2006/main" noGrp="1"/>
          </p:cNvSpPr>
          <p:nvPr/>
        </p:nvSpPr>
        <p:spPr>
          <a:xfrm xmlns:a="http://schemas.openxmlformats.org/drawingml/2006/main">
            <a:off x="704850" y="2943225"/>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0">
                <a:solidFill>
                  <a:srgbClr val="668176"/>
                </a:solidFill>
                <a:latin typeface="Source Han Sans SC"/>
                <a:ea typeface="Source Han Sans SC"/>
                <a:cs typeface="Source Han Sans SC"/>
              </a:defRPr>
            </a:defPPr>
          </a:lstStyle>
          <a:p xmlns:a="http://schemas.openxmlformats.org/drawingml/2006/main">
            <a:pPr algn="l">
              <a:buNone/>
              <a:defRPr sz="1650" b="0">
                <a:solidFill>
                  <a:srgbClr val="668176"/>
                </a:solidFill>
                <a:latin typeface="Source Han Sans SC"/>
                <a:ea typeface="Source Han Sans SC"/>
                <a:cs typeface="Source Han Sans SC"/>
              </a:defRPr>
            </a:pPr>
            <a:r>
              <a:rPr sz="1650" b="0">
                <a:solidFill>
                  <a:srgbClr val="668176"/>
                </a:solidFill>
                <a:latin typeface="Source Han Sans SC"/>
                <a:ea typeface="Source Han Sans SC"/>
                <a:cs typeface="Source Han Sans SC"/>
              </a:rPr>
              <a:t>1991 — 2026</a:t>
            </a:r>
          </a:p>
        </p:txBody>
      </p:sp>
      <p:sp>
        <p:nvSpPr>
          <p:cNvPr id="12" name="step1:text-23">
            <a:extLst xmlns:a="http://schemas.openxmlformats.org/drawingml/2006/main">
              <a:ext uri="{FF2B5EF4-FFF2-40B4-BE49-F238E27FC236}">
                <a16:creationId xmlns:a16="http://schemas.microsoft.com/office/drawing/2014/main" id="{968675A1-B69F-446A-B056-D6A7C563C42C}"/>
              </a:ext>
            </a:extLst>
          </p:cNvPr>
          <p:cNvSpPr>
            <a:spLocks xmlns:a="http://schemas.openxmlformats.org/drawingml/2006/main" noGrp="1"/>
          </p:cNvSpPr>
          <p:nvPr/>
        </p:nvSpPr>
        <p:spPr>
          <a:xfrm xmlns:a="http://schemas.openxmlformats.org/drawingml/2006/main">
            <a:off x="600075" y="3305175"/>
            <a:ext cx="22860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700" b="0">
                <a:solidFill>
                  <a:srgbClr val="277C65"/>
                </a:solidFill>
                <a:latin typeface="Source Han Sans SC"/>
                <a:ea typeface="Source Han Sans SC"/>
                <a:cs typeface="Source Han Sans SC"/>
              </a:defRPr>
            </a:defPPr>
          </a:lstStyle>
          <a:p xmlns:a="http://schemas.openxmlformats.org/drawingml/2006/main">
            <a:pPr algn="l">
              <a:buNone/>
              <a:defRPr sz="11700" b="0">
                <a:solidFill>
                  <a:srgbClr val="277C65"/>
                </a:solidFill>
                <a:latin typeface="Source Han Sans SC"/>
                <a:ea typeface="Source Han Sans SC"/>
                <a:cs typeface="Source Han Sans SC"/>
              </a:defRPr>
            </a:pPr>
            <a:r>
              <a:rPr sz="11700" b="0">
                <a:solidFill>
                  <a:srgbClr val="277C65"/>
                </a:solidFill>
                <a:latin typeface="Source Han Sans SC"/>
                <a:ea typeface="Source Han Sans SC"/>
                <a:cs typeface="Source Han Sans SC"/>
              </a:rPr>
              <a:t>35</a:t>
            </a:r>
          </a:p>
        </p:txBody>
      </p:sp>
      <p:sp>
        <p:nvSpPr>
          <p:cNvPr id="13" name="step1:text-24">
            <a:extLst xmlns:a="http://schemas.openxmlformats.org/drawingml/2006/main">
              <a:ext uri="{FF2B5EF4-FFF2-40B4-BE49-F238E27FC236}">
                <a16:creationId xmlns:a16="http://schemas.microsoft.com/office/drawing/2014/main" id="{E7C7807E-D502-48AA-9BF9-0E4AAE753BBD}"/>
              </a:ext>
            </a:extLst>
          </p:cNvPr>
          <p:cNvSpPr>
            <a:spLocks xmlns:a="http://schemas.openxmlformats.org/drawingml/2006/main" noGrp="1"/>
          </p:cNvSpPr>
          <p:nvPr/>
        </p:nvSpPr>
        <p:spPr>
          <a:xfrm xmlns:a="http://schemas.openxmlformats.org/drawingml/2006/main">
            <a:off x="2914650" y="3933825"/>
            <a:ext cx="2286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277C65"/>
                </a:solidFill>
                <a:latin typeface="Source Han Sans SC"/>
                <a:ea typeface="Source Han Sans SC"/>
                <a:cs typeface="Source Han Sans SC"/>
              </a:defRPr>
            </a:defPPr>
          </a:lstStyle>
          <a:p xmlns:a="http://schemas.openxmlformats.org/drawingml/2006/main">
            <a:pPr algn="l">
              <a:buNone/>
              <a:defRPr sz="1800" b="0">
                <a:solidFill>
                  <a:srgbClr val="277C65"/>
                </a:solidFill>
                <a:latin typeface="Source Han Sans SC"/>
                <a:ea typeface="Source Han Sans SC"/>
                <a:cs typeface="Source Han Sans SC"/>
              </a:defRPr>
            </a:pPr>
            <a:r>
              <a:rPr sz="1800" b="0">
                <a:solidFill>
                  <a:srgbClr val="277C65"/>
                </a:solidFill>
                <a:latin typeface="Source Han Sans SC"/>
                <a:ea typeface="Source Han Sans SC"/>
                <a:cs typeface="Source Han Sans SC"/>
              </a:rPr>
              <a:t>YEARS</a:t>
            </a:r>
          </a:p>
          <a:p xmlns:a="http://schemas.openxmlformats.org/drawingml/2006/main">
            <a:pPr algn="l">
              <a:buNone/>
              <a:defRPr sz="1800" b="0">
                <a:solidFill>
                  <a:srgbClr val="277C65"/>
                </a:solidFill>
                <a:latin typeface="Source Han Sans SC"/>
                <a:ea typeface="Source Han Sans SC"/>
                <a:cs typeface="Source Han Sans SC"/>
              </a:defRPr>
            </a:pPr>
            <a:r>
              <a:rPr sz="1800" b="0">
                <a:solidFill>
                  <a:srgbClr val="277C65"/>
                </a:solidFill>
                <a:latin typeface="Source Han Sans SC"/>
                <a:ea typeface="Source Han Sans SC"/>
                <a:cs typeface="Source Han Sans SC"/>
              </a:rPr>
              <a:t>OF LINUX</a:t>
            </a:r>
          </a:p>
        </p:txBody>
      </p:sp>
      <p:sp>
        <p:nvSpPr>
          <p:cNvPr id="14" name="step1:text-25">
            <a:extLst xmlns:a="http://schemas.openxmlformats.org/drawingml/2006/main">
              <a:ext uri="{FF2B5EF4-FFF2-40B4-BE49-F238E27FC236}">
                <a16:creationId xmlns:a16="http://schemas.microsoft.com/office/drawing/2014/main" id="{1F794946-C1BE-4128-A228-E303690584E7}"/>
              </a:ext>
            </a:extLst>
          </p:cNvPr>
          <p:cNvSpPr>
            <a:spLocks xmlns:a="http://schemas.openxmlformats.org/drawingml/2006/main" noGrp="1"/>
          </p:cNvSpPr>
          <p:nvPr/>
        </p:nvSpPr>
        <p:spPr>
          <a:xfrm xmlns:a="http://schemas.openxmlformats.org/drawingml/2006/main">
            <a:off x="704850" y="5029200"/>
            <a:ext cx="5524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775" b="1">
                <a:solidFill>
                  <a:srgbClr val="193E33"/>
                </a:solidFill>
                <a:latin typeface="Source Han Sans SC"/>
                <a:ea typeface="Source Han Sans SC"/>
                <a:cs typeface="Source Han Sans SC"/>
              </a:defRPr>
            </a:defPPr>
          </a:lstStyle>
          <a:p xmlns:a="http://schemas.openxmlformats.org/drawingml/2006/main">
            <a:pPr algn="l">
              <a:buNone/>
              <a:defRPr sz="2775" b="1">
                <a:solidFill>
                  <a:srgbClr val="193E33"/>
                </a:solidFill>
                <a:latin typeface="Source Han Sans SC"/>
                <a:ea typeface="Source Han Sans SC"/>
                <a:cs typeface="Source Han Sans SC"/>
              </a:defRPr>
            </a:pPr>
            <a:r>
              <a:rPr sz="2775" b="1">
                <a:solidFill>
                  <a:srgbClr val="193E33"/>
                </a:solidFill>
                <a:latin typeface="Source Han Sans SC"/>
                <a:ea typeface="Source Han Sans SC"/>
                <a:cs typeface="Source Han Sans SC"/>
              </a:rPr>
              <a:t>A personal project.</a:t>
            </a:r>
          </a:p>
          <a:p xmlns:a="http://schemas.openxmlformats.org/drawingml/2006/main">
            <a:pPr algn="l">
              <a:buNone/>
              <a:defRPr sz="2775" b="1">
                <a:solidFill>
                  <a:srgbClr val="193E33"/>
                </a:solidFill>
                <a:latin typeface="Source Han Sans SC"/>
                <a:ea typeface="Source Han Sans SC"/>
                <a:cs typeface="Source Han Sans SC"/>
              </a:defRPr>
            </a:pPr>
            <a:r>
              <a:rPr sz="2775" b="1">
                <a:solidFill>
                  <a:srgbClr val="193E33"/>
                </a:solidFill>
                <a:latin typeface="Source Han Sans SC"/>
                <a:ea typeface="Source Han Sans SC"/>
                <a:cs typeface="Source Han Sans SC"/>
              </a:rPr>
              <a:t>A shared foundation.</a:t>
            </a:r>
          </a:p>
        </p:txBody>
      </p:sp>
      <p:sp>
        <p:nvSpPr>
          <p:cNvPr id="15" name="step1:text-26">
            <a:extLst xmlns:a="http://schemas.openxmlformats.org/drawingml/2006/main">
              <a:ext uri="{FF2B5EF4-FFF2-40B4-BE49-F238E27FC236}">
                <a16:creationId xmlns:a16="http://schemas.microsoft.com/office/drawing/2014/main" id="{CAAECD52-7F8A-43F0-9111-7BC507EB74E0}"/>
              </a:ext>
            </a:extLst>
          </p:cNvPr>
          <p:cNvSpPr>
            <a:spLocks xmlns:a="http://schemas.openxmlformats.org/drawingml/2006/main" noGrp="1"/>
          </p:cNvSpPr>
          <p:nvPr/>
        </p:nvSpPr>
        <p:spPr>
          <a:xfrm xmlns:a="http://schemas.openxmlformats.org/drawingml/2006/main">
            <a:off x="723900" y="6296025"/>
            <a:ext cx="5238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668176"/>
                </a:solidFill>
                <a:latin typeface="Source Han Sans SC"/>
                <a:ea typeface="Source Han Sans SC"/>
                <a:cs typeface="Source Han Sans SC"/>
              </a:defRPr>
            </a:defPPr>
          </a:lstStyle>
          <a:p xmlns:a="http://schemas.openxmlformats.org/drawingml/2006/main">
            <a:pPr algn="l">
              <a:buNone/>
              <a:defRPr sz="1725" b="0">
                <a:solidFill>
                  <a:srgbClr val="668176"/>
                </a:solidFill>
                <a:latin typeface="Source Han Sans SC"/>
                <a:ea typeface="Source Han Sans SC"/>
                <a:cs typeface="Source Han Sans SC"/>
              </a:defRPr>
            </a:pPr>
            <a:r>
              <a:rPr sz="1725" b="0">
                <a:solidFill>
                  <a:srgbClr val="668176"/>
                </a:solidFill>
                <a:latin typeface="Source Han Sans SC"/>
                <a:ea typeface="Source Han Sans SC"/>
                <a:cs typeface="Source Han Sans SC"/>
              </a:rPr>
              <a:t>Developers, communities and organizations</a:t>
            </a:r>
          </a:p>
          <a:p xmlns:a="http://schemas.openxmlformats.org/drawingml/2006/main">
            <a:pPr algn="l">
              <a:buNone/>
              <a:defRPr sz="1725" b="0">
                <a:solidFill>
                  <a:srgbClr val="668176"/>
                </a:solidFill>
                <a:latin typeface="Source Han Sans SC"/>
                <a:ea typeface="Source Han Sans SC"/>
                <a:cs typeface="Source Han Sans SC"/>
              </a:defRPr>
            </a:pPr>
            <a:r>
              <a:rPr sz="1725" b="0">
                <a:solidFill>
                  <a:srgbClr val="668176"/>
                </a:solidFill>
                <a:latin typeface="Source Han Sans SC"/>
                <a:ea typeface="Source Han Sans SC"/>
                <a:cs typeface="Source Han Sans SC"/>
              </a:rPr>
              <a:t>bring open work into everyday use.</a:t>
            </a:r>
          </a:p>
        </p:txBody>
      </p:sp>
      <p:pic>
        <p:nvPicPr>
          <p:cNvPr id="16" name="">
            <a:extLst xmlns:a="http://schemas.openxmlformats.org/drawingml/2006/main">
              <a:ext uri="{FF2B5EF4-FFF2-40B4-BE49-F238E27FC236}">
                <a16:creationId xmlns:a16="http://schemas.microsoft.com/office/drawing/2014/main" id="{81BB9AB1-43EF-4243-8BE7-715CF5BF59BC}"/>
              </a:ext>
            </a:extLst>
          </p:cNvPr>
          <p:cNvPicPr>
            <a:picLocks xmlns:a="http://schemas.openxmlformats.org/drawingml/2006/main" noChangeAspect="1"/>
          </p:cNvPicPr>
          <p:nvPr/>
        </p:nvPicPr>
        <p:blipFill>
          <a:blip xmlns:r="http://schemas.openxmlformats.org/officeDocument/2006/relationships" xmlns:a="http://schemas.openxmlformats.org/drawingml/2006/main" r:embed="Rc1ae1961da9f4598"/>
          <a:stretch xmlns:a="http://schemas.openxmlformats.org/drawingml/2006/main"/>
        </p:blipFill>
        <p:spPr>
          <a:xfrm xmlns:a="http://schemas.openxmlformats.org/drawingml/2006/main">
            <a:off x="6296025" y="2939748"/>
            <a:ext cx="8258175" cy="4321778"/>
          </a:xfrm>
          <a:prstGeom xmlns:a="http://schemas.openxmlformats.org/drawingml/2006/main" prst="rect">
            <a:avLst/>
          </a:prstGeom>
        </p:spPr>
      </p:pic>
      <p:sp>
        <p:nvSpPr>
          <p:cNvPr id="17" name="step2:text-27">
            <a:extLst xmlns:a="http://schemas.openxmlformats.org/drawingml/2006/main">
              <a:ext uri="{FF2B5EF4-FFF2-40B4-BE49-F238E27FC236}">
                <a16:creationId xmlns:a16="http://schemas.microsoft.com/office/drawing/2014/main" id="{844D35F6-6ED2-49AB-AEE9-AE2C4B471323}"/>
              </a:ext>
            </a:extLst>
          </p:cNvPr>
          <p:cNvSpPr>
            <a:spLocks xmlns:a="http://schemas.openxmlformats.org/drawingml/2006/main" noGrp="1"/>
          </p:cNvSpPr>
          <p:nvPr/>
        </p:nvSpPr>
        <p:spPr>
          <a:xfrm xmlns:a="http://schemas.openxmlformats.org/drawingml/2006/main">
            <a:off x="6324600" y="7372350"/>
            <a:ext cx="704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668176"/>
                </a:solidFill>
                <a:latin typeface="Source Han Sans SC"/>
                <a:ea typeface="Source Han Sans SC"/>
                <a:cs typeface="Source Han Sans SC"/>
              </a:defRPr>
            </a:defPPr>
          </a:lstStyle>
          <a:p xmlns:a="http://schemas.openxmlformats.org/drawingml/2006/main">
            <a:pPr algn="l">
              <a:buNone/>
              <a:defRPr sz="1350" b="0">
                <a:solidFill>
                  <a:srgbClr val="668176"/>
                </a:solidFill>
                <a:latin typeface="Source Han Sans SC"/>
                <a:ea typeface="Source Han Sans SC"/>
                <a:cs typeface="Source Han Sans SC"/>
              </a:defRPr>
            </a:pPr>
            <a:r>
              <a:rPr sz="1350" b="0">
                <a:solidFill>
                  <a:srgbClr val="668176"/>
                </a:solidFill>
                <a:latin typeface="Source Han Sans SC"/>
                <a:ea typeface="Source Han Sans SC"/>
                <a:cs typeface="Source Han Sans SC"/>
              </a:rPr>
              <a:t>Linux Foundation · 35-year report</a:t>
            </a:r>
          </a:p>
        </p:txBody>
      </p:sp>
      <p:sp>
        <p:nvSpPr>
          <p:cNvPr id="18" name="step3:line-28">
            <a:extLst xmlns:a="http://schemas.openxmlformats.org/drawingml/2006/main">
              <a:ext uri="{FF2B5EF4-FFF2-40B4-BE49-F238E27FC236}">
                <a16:creationId xmlns:a16="http://schemas.microsoft.com/office/drawing/2014/main" id="{FEE9BD63-18F6-464E-A7B4-940AC1FD6CEF}"/>
              </a:ext>
            </a:extLst>
          </p:cNvPr>
          <p:cNvSpPr>
            <a:spLocks xmlns:a="http://schemas.openxmlformats.org/drawingml/2006/main" noGrp="1"/>
          </p:cNvSpPr>
          <p:nvPr/>
        </p:nvSpPr>
        <p:spPr>
          <a:xfrm xmlns:a="http://schemas.openxmlformats.org/drawingml/2006/main">
            <a:off x="685800" y="7686675"/>
            <a:ext cx="13868400" cy="0"/>
          </a:xfrm>
          <a:prstGeom xmlns:a="http://schemas.openxmlformats.org/drawingml/2006/main" prst="line">
            <a:avLst/>
          </a:prstGeom>
          <a:noFill xmlns:a="http://schemas.openxmlformats.org/drawingml/2006/main"/>
          <a:ln xmlns:a="http://schemas.openxmlformats.org/drawingml/2006/main" w="9525">
            <a:solidFill>
              <a:srgbClr val="D6DFD3"/>
            </a:solidFill>
            <a:prstDash val="solid"/>
          </a:ln>
        </p:spPr>
      </p:sp>
      <p:sp>
        <p:nvSpPr>
          <p:cNvPr id="19" name="step3:text-29">
            <a:extLst xmlns:a="http://schemas.openxmlformats.org/drawingml/2006/main">
              <a:ext uri="{FF2B5EF4-FFF2-40B4-BE49-F238E27FC236}">
                <a16:creationId xmlns:a16="http://schemas.microsoft.com/office/drawing/2014/main" id="{DD68AC02-FFB5-47E5-8406-3F9F0DBF5A30}"/>
              </a:ext>
            </a:extLst>
          </p:cNvPr>
          <p:cNvSpPr>
            <a:spLocks xmlns:a="http://schemas.openxmlformats.org/drawingml/2006/main" noGrp="1"/>
          </p:cNvSpPr>
          <p:nvPr/>
        </p:nvSpPr>
        <p:spPr>
          <a:xfrm xmlns:a="http://schemas.openxmlformats.org/drawingml/2006/main">
            <a:off x="723900" y="7200900"/>
            <a:ext cx="5429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13" b="1">
                <a:solidFill>
                  <a:srgbClr val="277C65"/>
                </a:solidFill>
                <a:latin typeface="Source Han Sans SC"/>
                <a:ea typeface="Source Han Sans SC"/>
                <a:cs typeface="Source Han Sans SC"/>
              </a:defRPr>
            </a:defPPr>
          </a:lstStyle>
          <a:p xmlns:a="http://schemas.openxmlformats.org/drawingml/2006/main">
            <a:pPr algn="l">
              <a:buNone/>
              <a:defRPr sz="1613" b="1">
                <a:solidFill>
                  <a:srgbClr val="277C65"/>
                </a:solidFill>
                <a:latin typeface="Source Han Sans SC"/>
                <a:ea typeface="Source Han Sans SC"/>
                <a:cs typeface="Source Han Sans SC"/>
              </a:defRPr>
            </a:pPr>
            <a:r>
              <a:rPr sz="1613" b="1">
                <a:solidFill>
                  <a:srgbClr val="277C65"/>
                </a:solidFill>
                <a:latin typeface="Source Han Sans SC"/>
                <a:ea typeface="Source Han Sans SC"/>
                <a:cs typeface="Source Han Sans SC"/>
              </a:rPr>
              <a:t>Openness begins it. Continued collaboration sustains it.</a:t>
            </a:r>
          </a:p>
        </p:txBody>
      </p:sp>
    </p:spTree>
    <p:extLst>
      <p:ext uri="{BB962C8B-B14F-4D97-AF65-F5344CB8AC3E}">
        <p14:creationId xmlns:p14="http://schemas.microsoft.com/office/powerpoint/2010/main" val="448150518"/>
      </p:ext>
    </p:extLst>
  </p:cSld>
</p:sld>
</file>

<file path=ppt/slides/slide3.xml><?xml version="1.0" encoding="utf-8"?>
<p:sld xmlns:p="http://schemas.openxmlformats.org/presentationml/2006/main">
  <p:cSld>
    <p:bg>
      <p:bgPr>
        <a:solidFill xmlns:a="http://schemas.openxmlformats.org/drawingml/2006/main">
          <a:srgbClr val="F3F5EE"/>
        </a:solidFill>
      </p:bgPr>
    </p:bg>
    <p:spTree>
      <p:nvGrpSpPr>
        <p:cNvPr id="1" name=""/>
        <p:cNvGrpSpPr/>
        <p:nvPr/>
      </p:nvGrpSpPr>
      <p:grpSpPr>
        <a:xfrm xmlns:a="http://schemas.openxmlformats.org/drawingml/2006/main"/>
      </p:grpSpPr>
      <p:sp>
        <p:nvSpPr>
          <p:cNvPr id="49" name="panel-30">
            <a:extLst xmlns:a="http://schemas.openxmlformats.org/drawingml/2006/main">
              <a:ext uri="{FF2B5EF4-FFF2-40B4-BE49-F238E27FC236}">
                <a16:creationId xmlns:a16="http://schemas.microsoft.com/office/drawing/2014/main" id="{6BDAEB8A-8559-413C-83FD-DABC31D16031}"/>
              </a:ext>
            </a:extLst>
          </p:cNvPr>
          <p:cNvSpPr>
            <a:spLocks xmlns:a="http://schemas.openxmlformats.org/drawingml/2006/main" noGrp="1"/>
          </p:cNvSpPr>
          <p:nvPr/>
        </p:nvSpPr>
        <p:spPr>
          <a:xfrm xmlns:a="http://schemas.openxmlformats.org/drawingml/2006/main">
            <a:off x="0" y="0"/>
            <a:ext cx="15240000" cy="742950"/>
          </a:xfrm>
          <a:prstGeom xmlns:a="http://schemas.openxmlformats.org/drawingml/2006/main" prst="rect">
            <a:avLst/>
          </a:prstGeom>
          <a:solidFill xmlns:a="http://schemas.openxmlformats.org/drawingml/2006/main">
            <a:srgbClr val="102C25"/>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2661F86D-FBCA-486B-BBBF-5C421BB95026}"/>
              </a:ext>
            </a:extLst>
          </p:cNvPr>
          <p:cNvPicPr>
            <a:picLocks xmlns:a="http://schemas.openxmlformats.org/drawingml/2006/main" noChangeAspect="1"/>
          </p:cNvPicPr>
          <p:nvPr/>
        </p:nvPicPr>
        <p:blipFill>
          <a:blip xmlns:r="http://schemas.openxmlformats.org/officeDocument/2006/relationships" xmlns:a="http://schemas.openxmlformats.org/drawingml/2006/main" r:embed="Rd5367b39fc884d33"/>
          <a:stretch xmlns:a="http://schemas.openxmlformats.org/drawingml/2006/main"/>
        </p:blipFill>
        <p:spPr>
          <a:xfrm xmlns:a="http://schemas.openxmlformats.org/drawingml/2006/main">
            <a:off x="966734" y="152400"/>
            <a:ext cx="1057383" cy="457200"/>
          </a:xfrm>
          <a:prstGeom xmlns:a="http://schemas.openxmlformats.org/drawingml/2006/main" prst="rect">
            <a:avLst/>
          </a:prstGeom>
        </p:spPr>
      </p:pic>
      <p:sp>
        <p:nvSpPr>
          <p:cNvPr id="3" name="text-31">
            <a:extLst xmlns:a="http://schemas.openxmlformats.org/drawingml/2006/main">
              <a:ext uri="{FF2B5EF4-FFF2-40B4-BE49-F238E27FC236}">
                <a16:creationId xmlns:a16="http://schemas.microsoft.com/office/drawing/2014/main" id="{E89F3146-EA3E-4FDD-8C0B-2476DE563ECA}"/>
              </a:ext>
            </a:extLst>
          </p:cNvPr>
          <p:cNvSpPr>
            <a:spLocks xmlns:a="http://schemas.openxmlformats.org/drawingml/2006/main" noGrp="1"/>
          </p:cNvSpPr>
          <p:nvPr/>
        </p:nvSpPr>
        <p:spPr>
          <a:xfrm xmlns:a="http://schemas.openxmlformats.org/drawingml/2006/main">
            <a:off x="2667000" y="2095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75" b="0">
                <a:solidFill>
                  <a:srgbClr val="AFC5B6"/>
                </a:solidFill>
                <a:latin typeface="Source Han Sans SC"/>
                <a:ea typeface="Source Han Sans SC"/>
                <a:cs typeface="Source Han Sans SC"/>
              </a:defRPr>
            </a:defPPr>
          </a:lstStyle>
          <a:p xmlns:a="http://schemas.openxmlformats.org/drawingml/2006/main">
            <a:pPr algn="l">
              <a:buNone/>
              <a:defRPr sz="1275" b="0">
                <a:solidFill>
                  <a:srgbClr val="AFC5B6"/>
                </a:solidFill>
                <a:latin typeface="Source Han Sans SC"/>
                <a:ea typeface="Source Han Sans SC"/>
                <a:cs typeface="Source Han Sans SC"/>
              </a:defRPr>
            </a:pPr>
            <a:r>
              <a:rPr sz="1275" b="0">
                <a:solidFill>
                  <a:srgbClr val="AFC5B6"/>
                </a:solidFill>
                <a:latin typeface="Source Han Sans SC"/>
                <a:ea typeface="Source Han Sans SC"/>
                <a:cs typeface="Source Han Sans SC"/>
              </a:rPr>
              <a:t>AI FOR ALL</a:t>
            </a:r>
          </a:p>
        </p:txBody>
      </p:sp>
      <p:sp>
        <p:nvSpPr>
          <p:cNvPr id="4" name="text-32">
            <a:extLst xmlns:a="http://schemas.openxmlformats.org/drawingml/2006/main">
              <a:ext uri="{FF2B5EF4-FFF2-40B4-BE49-F238E27FC236}">
                <a16:creationId xmlns:a16="http://schemas.microsoft.com/office/drawing/2014/main" id="{9A24C0E2-9001-477D-B27B-1D5734098FE1}"/>
              </a:ext>
            </a:extLst>
          </p:cNvPr>
          <p:cNvSpPr>
            <a:spLocks xmlns:a="http://schemas.openxmlformats.org/drawingml/2006/main" noGrp="1"/>
          </p:cNvSpPr>
          <p:nvPr/>
        </p:nvSpPr>
        <p:spPr>
          <a:xfrm xmlns:a="http://schemas.openxmlformats.org/drawingml/2006/main">
            <a:off x="13239750" y="209550"/>
            <a:ext cx="1295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425" b="0">
                <a:solidFill>
                  <a:srgbClr val="AFC5B6"/>
                </a:solidFill>
                <a:latin typeface="Source Han Sans SC"/>
                <a:ea typeface="Source Han Sans SC"/>
                <a:cs typeface="Source Han Sans SC"/>
              </a:defRPr>
            </a:defPPr>
          </a:lstStyle>
          <a:p xmlns:a="http://schemas.openxmlformats.org/drawingml/2006/main">
            <a:pPr algn="r">
              <a:buNone/>
              <a:defRPr sz="1425" b="0">
                <a:solidFill>
                  <a:srgbClr val="AFC5B6"/>
                </a:solidFill>
                <a:latin typeface="Source Han Sans SC"/>
                <a:ea typeface="Source Han Sans SC"/>
                <a:cs typeface="Source Han Sans SC"/>
              </a:defRPr>
            </a:pPr>
            <a:r>
              <a:rPr sz="1425" b="0">
                <a:solidFill>
                  <a:srgbClr val="AFC5B6"/>
                </a:solidFill>
                <a:latin typeface="Source Han Sans SC"/>
                <a:ea typeface="Source Han Sans SC"/>
                <a:cs typeface="Source Han Sans SC"/>
              </a:rPr>
              <a:t>03 / 10</a:t>
            </a:r>
          </a:p>
        </p:txBody>
      </p:sp>
      <p:sp>
        <p:nvSpPr>
          <p:cNvPr id="5" name="text-33">
            <a:extLst xmlns:a="http://schemas.openxmlformats.org/drawingml/2006/main">
              <a:ext uri="{FF2B5EF4-FFF2-40B4-BE49-F238E27FC236}">
                <a16:creationId xmlns:a16="http://schemas.microsoft.com/office/drawing/2014/main" id="{1699C98D-7CA3-485A-A1B7-7844D6B6ADDE}"/>
              </a:ext>
            </a:extLst>
          </p:cNvPr>
          <p:cNvSpPr>
            <a:spLocks xmlns:a="http://schemas.openxmlformats.org/drawingml/2006/main" noGrp="1"/>
          </p:cNvSpPr>
          <p:nvPr/>
        </p:nvSpPr>
        <p:spPr>
          <a:xfrm xmlns:a="http://schemas.openxmlformats.org/drawingml/2006/main">
            <a:off x="704850" y="97155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668176"/>
                </a:solidFill>
                <a:latin typeface="Source Han Sans SC"/>
                <a:ea typeface="Source Han Sans SC"/>
                <a:cs typeface="Source Han Sans SC"/>
              </a:defRPr>
            </a:defPPr>
          </a:lstStyle>
          <a:p xmlns:a="http://schemas.openxmlformats.org/drawingml/2006/main">
            <a:pPr algn="l">
              <a:buNone/>
              <a:defRPr sz="1350" b="0">
                <a:solidFill>
                  <a:srgbClr val="668176"/>
                </a:solidFill>
                <a:latin typeface="Source Han Sans SC"/>
                <a:ea typeface="Source Han Sans SC"/>
                <a:cs typeface="Source Han Sans SC"/>
              </a:defRPr>
            </a:pPr>
            <a:r>
              <a:rPr sz="1350" b="0">
                <a:solidFill>
                  <a:srgbClr val="668176"/>
                </a:solidFill>
                <a:latin typeface="Source Han Sans SC"/>
                <a:ea typeface="Source Han Sans SC"/>
                <a:cs typeface="Source Han Sans SC"/>
              </a:rPr>
              <a:t>Open models</a:t>
            </a:r>
          </a:p>
        </p:txBody>
      </p:sp>
      <p:sp>
        <p:nvSpPr>
          <p:cNvPr id="6" name="text-34">
            <a:extLst xmlns:a="http://schemas.openxmlformats.org/drawingml/2006/main">
              <a:ext uri="{FF2B5EF4-FFF2-40B4-BE49-F238E27FC236}">
                <a16:creationId xmlns:a16="http://schemas.microsoft.com/office/drawing/2014/main" id="{B022B288-8390-4A75-AD0F-AB779B928D9E}"/>
              </a:ext>
            </a:extLst>
          </p:cNvPr>
          <p:cNvSpPr>
            <a:spLocks xmlns:a="http://schemas.openxmlformats.org/drawingml/2006/main" noGrp="1"/>
          </p:cNvSpPr>
          <p:nvPr/>
        </p:nvSpPr>
        <p:spPr>
          <a:xfrm xmlns:a="http://schemas.openxmlformats.org/drawingml/2006/main">
            <a:off x="685800" y="1381125"/>
            <a:ext cx="13868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93E33"/>
                </a:solidFill>
                <a:latin typeface="Source Han Sans SC"/>
                <a:ea typeface="Source Han Sans SC"/>
                <a:cs typeface="Source Han Sans SC"/>
              </a:defRPr>
            </a:defPPr>
          </a:lstStyle>
          <a:p xmlns:a="http://schemas.openxmlformats.org/drawingml/2006/main">
            <a:pPr algn="l">
              <a:buNone/>
              <a:defRPr sz="3600" b="1">
                <a:solidFill>
                  <a:srgbClr val="193E33"/>
                </a:solidFill>
                <a:latin typeface="Source Han Sans SC"/>
                <a:ea typeface="Source Han Sans SC"/>
                <a:cs typeface="Source Han Sans SC"/>
              </a:defRPr>
            </a:pPr>
            <a:r>
              <a:rPr sz="3600" b="1">
                <a:solidFill>
                  <a:srgbClr val="193E33"/>
                </a:solidFill>
                <a:latin typeface="Source Han Sans SC"/>
                <a:ea typeface="Source Han Sans SC"/>
                <a:cs typeface="Source Han Sans SC"/>
              </a:rPr>
              <a:t>Open capabilities, more people creating</a:t>
            </a:r>
          </a:p>
        </p:txBody>
      </p:sp>
      <p:sp>
        <p:nvSpPr>
          <p:cNvPr id="7" name="text-35">
            <a:extLst xmlns:a="http://schemas.openxmlformats.org/drawingml/2006/main">
              <a:ext uri="{FF2B5EF4-FFF2-40B4-BE49-F238E27FC236}">
                <a16:creationId xmlns:a16="http://schemas.microsoft.com/office/drawing/2014/main" id="{E92F0D6F-6BD2-4BAE-BC46-D45EE663FD0B}"/>
              </a:ext>
            </a:extLst>
          </p:cNvPr>
          <p:cNvSpPr>
            <a:spLocks xmlns:a="http://schemas.openxmlformats.org/drawingml/2006/main" noGrp="1"/>
          </p:cNvSpPr>
          <p:nvPr/>
        </p:nvSpPr>
        <p:spPr>
          <a:xfrm xmlns:a="http://schemas.openxmlformats.org/drawingml/2006/main">
            <a:off x="704850" y="2152650"/>
            <a:ext cx="1381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668176"/>
                </a:solidFill>
                <a:latin typeface="Source Han Sans SC"/>
                <a:ea typeface="Source Han Sans SC"/>
                <a:cs typeface="Source Han Sans SC"/>
              </a:defRPr>
            </a:defPPr>
          </a:lstStyle>
          <a:p xmlns:a="http://schemas.openxmlformats.org/drawingml/2006/main">
            <a:pPr algn="l">
              <a:buNone/>
              <a:defRPr sz="1800" b="0">
                <a:solidFill>
                  <a:srgbClr val="668176"/>
                </a:solidFill>
                <a:latin typeface="Source Han Sans SC"/>
                <a:ea typeface="Source Han Sans SC"/>
                <a:cs typeface="Source Han Sans SC"/>
              </a:defRPr>
            </a:pPr>
            <a:r>
              <a:rPr sz="1800" b="0">
                <a:solidFill>
                  <a:srgbClr val="668176"/>
                </a:solidFill>
                <a:latin typeface="Source Han Sans SC"/>
                <a:ea typeface="Source Han Sans SC"/>
                <a:cs typeface="Source Han Sans SC"/>
              </a:rPr>
              <a:t>Open collaboration continues through the ecosystem of open AI models.</a:t>
            </a:r>
          </a:p>
        </p:txBody>
      </p:sp>
      <p:sp>
        <p:nvSpPr>
          <p:cNvPr id="8" name="line-36">
            <a:extLst xmlns:a="http://schemas.openxmlformats.org/drawingml/2006/main">
              <a:ext uri="{FF2B5EF4-FFF2-40B4-BE49-F238E27FC236}">
                <a16:creationId xmlns:a16="http://schemas.microsoft.com/office/drawing/2014/main" id="{AB62DD6F-2076-41A7-ADE4-5B61A835BD96}"/>
              </a:ext>
            </a:extLst>
          </p:cNvPr>
          <p:cNvSpPr>
            <a:spLocks xmlns:a="http://schemas.openxmlformats.org/drawingml/2006/main" noGrp="1"/>
          </p:cNvSpPr>
          <p:nvPr/>
        </p:nvSpPr>
        <p:spPr>
          <a:xfrm xmlns:a="http://schemas.openxmlformats.org/drawingml/2006/main">
            <a:off x="685800" y="8058150"/>
            <a:ext cx="13868400" cy="0"/>
          </a:xfrm>
          <a:prstGeom xmlns:a="http://schemas.openxmlformats.org/drawingml/2006/main" prst="line">
            <a:avLst/>
          </a:prstGeom>
          <a:noFill xmlns:a="http://schemas.openxmlformats.org/drawingml/2006/main"/>
          <a:ln xmlns:a="http://schemas.openxmlformats.org/drawingml/2006/main" w="9525">
            <a:solidFill>
              <a:srgbClr val="D6DFD3"/>
            </a:solidFill>
            <a:prstDash val="solid"/>
          </a:ln>
        </p:spPr>
      </p:sp>
      <p:sp>
        <p:nvSpPr>
          <p:cNvPr id="9" name="text-37">
            <a:extLst xmlns:a="http://schemas.openxmlformats.org/drawingml/2006/main">
              <a:ext uri="{FF2B5EF4-FFF2-40B4-BE49-F238E27FC236}">
                <a16:creationId xmlns:a16="http://schemas.microsoft.com/office/drawing/2014/main" id="{860E3FF4-D989-44C1-9D20-9B8C43D0BC53}"/>
              </a:ext>
            </a:extLst>
          </p:cNvPr>
          <p:cNvSpPr>
            <a:spLocks xmlns:a="http://schemas.openxmlformats.org/drawingml/2006/main" noGrp="1"/>
          </p:cNvSpPr>
          <p:nvPr/>
        </p:nvSpPr>
        <p:spPr>
          <a:xfrm xmlns:a="http://schemas.openxmlformats.org/drawingml/2006/main">
            <a:off x="704850" y="81724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25" b="0">
                <a:solidFill>
                  <a:srgbClr val="668176"/>
                </a:solidFill>
                <a:latin typeface="Source Han Sans SC"/>
                <a:ea typeface="Source Han Sans SC"/>
                <a:cs typeface="Source Han Sans SC"/>
              </a:defRPr>
            </a:defPPr>
          </a:lstStyle>
          <a:p xmlns:a="http://schemas.openxmlformats.org/drawingml/2006/main">
            <a:pPr algn="l">
              <a:buNone/>
              <a:defRPr sz="1125" b="0">
                <a:solidFill>
                  <a:srgbClr val="668176"/>
                </a:solidFill>
                <a:latin typeface="Source Han Sans SC"/>
                <a:ea typeface="Source Han Sans SC"/>
                <a:cs typeface="Source Han Sans SC"/>
              </a:defRPr>
            </a:pPr>
            <a:r>
              <a:rPr sz="1125" b="0">
                <a:solidFill>
                  <a:srgbClr val="668176"/>
                </a:solidFill>
                <a:latin typeface="Source Han Sans SC"/>
                <a:ea typeface="Source Han Sans SC"/>
                <a:cs typeface="Source Han Sans SC"/>
              </a:rPr>
              <a:t>AI for All Manifesto</a:t>
            </a:r>
          </a:p>
        </p:txBody>
      </p:sp>
      <p:sp>
        <p:nvSpPr>
          <p:cNvPr id="10" name="text-38">
            <a:extLst xmlns:a="http://schemas.openxmlformats.org/drawingml/2006/main">
              <a:ext uri="{FF2B5EF4-FFF2-40B4-BE49-F238E27FC236}">
                <a16:creationId xmlns:a16="http://schemas.microsoft.com/office/drawing/2014/main" id="{DD8828F9-0C5C-4A5D-89CA-160C8B031A0D}"/>
              </a:ext>
            </a:extLst>
          </p:cNvPr>
          <p:cNvSpPr>
            <a:spLocks xmlns:a="http://schemas.openxmlformats.org/drawingml/2006/main" noGrp="1"/>
          </p:cNvSpPr>
          <p:nvPr/>
        </p:nvSpPr>
        <p:spPr>
          <a:xfrm xmlns:a="http://schemas.openxmlformats.org/drawingml/2006/main">
            <a:off x="12192000" y="8172450"/>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125" b="0">
                <a:solidFill>
                  <a:srgbClr val="668176"/>
                </a:solidFill>
                <a:latin typeface="Source Han Sans SC"/>
                <a:ea typeface="Source Han Sans SC"/>
                <a:cs typeface="Source Han Sans SC"/>
              </a:defRPr>
            </a:defPPr>
          </a:lstStyle>
          <a:p xmlns:a="http://schemas.openxmlformats.org/drawingml/2006/main">
            <a:pPr algn="r">
              <a:buNone/>
              <a:defRPr sz="1125" b="0">
                <a:solidFill>
                  <a:srgbClr val="668176"/>
                </a:solidFill>
                <a:latin typeface="Source Han Sans SC"/>
                <a:ea typeface="Source Han Sans SC"/>
                <a:cs typeface="Source Han Sans SC"/>
              </a:defRPr>
            </a:pPr>
            <a:r>
              <a:rPr sz="1125" b="0">
                <a:solidFill>
                  <a:srgbClr val="668176"/>
                </a:solidFill>
                <a:latin typeface="Source Han Sans SC"/>
                <a:ea typeface="Source Han Sans SC"/>
                <a:cs typeface="Source Han Sans SC"/>
              </a:rPr>
              <a:t>X-lab AI</a:t>
            </a:r>
          </a:p>
        </p:txBody>
      </p:sp>
      <p:sp>
        <p:nvSpPr>
          <p:cNvPr id="11" name="step1:panel-39">
            <a:extLst xmlns:a="http://schemas.openxmlformats.org/drawingml/2006/main">
              <a:ext uri="{FF2B5EF4-FFF2-40B4-BE49-F238E27FC236}">
                <a16:creationId xmlns:a16="http://schemas.microsoft.com/office/drawing/2014/main" id="{B2429AFA-1DF6-4F04-B347-4D1301240909}"/>
              </a:ext>
            </a:extLst>
          </p:cNvPr>
          <p:cNvSpPr>
            <a:spLocks xmlns:a="http://schemas.openxmlformats.org/drawingml/2006/main" noGrp="1"/>
          </p:cNvSpPr>
          <p:nvPr/>
        </p:nvSpPr>
        <p:spPr>
          <a:xfrm xmlns:a="http://schemas.openxmlformats.org/drawingml/2006/main">
            <a:off x="685800" y="2952750"/>
            <a:ext cx="2628900" cy="3067050"/>
          </a:xfrm>
          <a:prstGeom xmlns:a="http://schemas.openxmlformats.org/drawingml/2006/main" prst="roundRect">
            <a:avLst>
              <a:gd name="adj" fmla="val 2174"/>
            </a:avLst>
          </a:prstGeom>
          <a:solidFill xmlns:a="http://schemas.openxmlformats.org/drawingml/2006/main">
            <a:srgbClr val="FFFFFF"/>
          </a:solidFill>
          <a:ln xmlns:a="http://schemas.openxmlformats.org/drawingml/2006/main" w="9525">
            <a:solidFill>
              <a:srgbClr val="D6DFD3"/>
            </a:solidFill>
            <a:prstDash val="solid"/>
          </a:ln>
        </p:spPr>
      </p:sp>
      <p:pic>
        <p:nvPicPr>
          <p:cNvPr id="12" name="">
            <a:extLst xmlns:a="http://schemas.openxmlformats.org/drawingml/2006/main">
              <a:ext uri="{FF2B5EF4-FFF2-40B4-BE49-F238E27FC236}">
                <a16:creationId xmlns:a16="http://schemas.microsoft.com/office/drawing/2014/main" id="{EEC80358-E0D5-4392-A714-939BE15F44C3}"/>
              </a:ext>
            </a:extLst>
          </p:cNvPr>
          <p:cNvPicPr>
            <a:picLocks xmlns:a="http://schemas.openxmlformats.org/drawingml/2006/main" noChangeAspect="1"/>
          </p:cNvPicPr>
          <p:nvPr/>
        </p:nvPicPr>
        <p:blipFill>
          <a:blip xmlns:r="http://schemas.openxmlformats.org/officeDocument/2006/relationships" xmlns:a="http://schemas.openxmlformats.org/drawingml/2006/main" r:embed="R9340d9f2f0504de5"/>
          <a:stretch xmlns:a="http://schemas.openxmlformats.org/drawingml/2006/main"/>
        </p:blipFill>
        <p:spPr>
          <a:xfrm xmlns:a="http://schemas.openxmlformats.org/drawingml/2006/main">
            <a:off x="895350" y="3355321"/>
            <a:ext cx="2209800" cy="871257"/>
          </a:xfrm>
          <a:prstGeom xmlns:a="http://schemas.openxmlformats.org/drawingml/2006/main" prst="rect">
            <a:avLst/>
          </a:prstGeom>
        </p:spPr>
      </p:pic>
      <p:sp>
        <p:nvSpPr>
          <p:cNvPr id="13" name="step1:text-40">
            <a:extLst xmlns:a="http://schemas.openxmlformats.org/drawingml/2006/main">
              <a:ext uri="{FF2B5EF4-FFF2-40B4-BE49-F238E27FC236}">
                <a16:creationId xmlns:a16="http://schemas.microsoft.com/office/drawing/2014/main" id="{D41E0CB5-1E09-4D3F-B908-E7D6C62C1852}"/>
              </a:ext>
            </a:extLst>
          </p:cNvPr>
          <p:cNvSpPr>
            <a:spLocks xmlns:a="http://schemas.openxmlformats.org/drawingml/2006/main" noGrp="1"/>
          </p:cNvSpPr>
          <p:nvPr/>
        </p:nvSpPr>
        <p:spPr>
          <a:xfrm xmlns:a="http://schemas.openxmlformats.org/drawingml/2006/main">
            <a:off x="914400" y="4648200"/>
            <a:ext cx="2209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88" b="0">
                <a:solidFill>
                  <a:srgbClr val="193E33"/>
                </a:solidFill>
                <a:latin typeface="Source Han Sans SC"/>
                <a:ea typeface="Source Han Sans SC"/>
                <a:cs typeface="Source Han Sans SC"/>
              </a:defRPr>
            </a:defPPr>
          </a:lstStyle>
          <a:p xmlns:a="http://schemas.openxmlformats.org/drawingml/2006/main">
            <a:pPr algn="l">
              <a:buNone/>
              <a:defRPr sz="1988" b="0">
                <a:solidFill>
                  <a:srgbClr val="193E33"/>
                </a:solidFill>
                <a:latin typeface="Source Han Sans SC"/>
                <a:ea typeface="Source Han Sans SC"/>
                <a:cs typeface="Source Han Sans SC"/>
              </a:defRPr>
            </a:pPr>
            <a:r>
              <a:rPr sz="1988" b="0">
                <a:solidFill>
                  <a:srgbClr val="193E33"/>
                </a:solidFill>
                <a:latin typeface="Source Han Sans SC"/>
                <a:ea typeface="Source Han Sans SC"/>
                <a:cs typeface="Source Han Sans SC"/>
                <a:hlinkClick xmlns:r="http://schemas.openxmlformats.org/officeDocument/2006/relationships" r:id="R2a26254239484e57"/>
              </a:rPr>
              <a:t>Alibaba</a:t>
            </a:r>
          </a:p>
        </p:txBody>
      </p:sp>
      <p:sp>
        <p:nvSpPr>
          <p:cNvPr id="14" name="step1:text-41">
            <a:extLst xmlns:a="http://schemas.openxmlformats.org/drawingml/2006/main">
              <a:ext uri="{FF2B5EF4-FFF2-40B4-BE49-F238E27FC236}">
                <a16:creationId xmlns:a16="http://schemas.microsoft.com/office/drawing/2014/main" id="{6E5BE51D-E387-4E97-9203-B8A0101EFFA2}"/>
              </a:ext>
            </a:extLst>
          </p:cNvPr>
          <p:cNvSpPr>
            <a:spLocks xmlns:a="http://schemas.openxmlformats.org/drawingml/2006/main" noGrp="1"/>
          </p:cNvSpPr>
          <p:nvPr/>
        </p:nvSpPr>
        <p:spPr>
          <a:xfrm xmlns:a="http://schemas.openxmlformats.org/drawingml/2006/main">
            <a:off x="847725" y="5086350"/>
            <a:ext cx="2362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277C65"/>
                </a:solidFill>
                <a:latin typeface="Source Han Sans SC"/>
                <a:ea typeface="Source Han Sans SC"/>
                <a:cs typeface="Source Han Sans SC"/>
              </a:defRPr>
            </a:defPPr>
          </a:lstStyle>
          <a:p xmlns:a="http://schemas.openxmlformats.org/drawingml/2006/main">
            <a:pPr algn="l">
              <a:buNone/>
              <a:defRPr sz="1725" b="0">
                <a:solidFill>
                  <a:srgbClr val="277C65"/>
                </a:solidFill>
                <a:latin typeface="Source Han Sans SC"/>
                <a:ea typeface="Source Han Sans SC"/>
                <a:cs typeface="Source Han Sans SC"/>
              </a:defRPr>
            </a:pPr>
            <a:r>
              <a:rPr sz="1725" b="0">
                <a:solidFill>
                  <a:srgbClr val="277C65"/>
                </a:solidFill>
                <a:latin typeface="Source Han Sans SC"/>
                <a:ea typeface="Source Han Sans SC"/>
                <a:cs typeface="Source Han Sans SC"/>
              </a:rPr>
              <a:t>Qwen</a:t>
            </a:r>
          </a:p>
        </p:txBody>
      </p:sp>
      <p:sp>
        <p:nvSpPr>
          <p:cNvPr id="15" name="step1:text-42">
            <a:extLst xmlns:a="http://schemas.openxmlformats.org/drawingml/2006/main">
              <a:ext uri="{FF2B5EF4-FFF2-40B4-BE49-F238E27FC236}">
                <a16:creationId xmlns:a16="http://schemas.microsoft.com/office/drawing/2014/main" id="{6A1D65CC-B23D-460D-A1FE-8B25296A631E}"/>
              </a:ext>
            </a:extLst>
          </p:cNvPr>
          <p:cNvSpPr>
            <a:spLocks xmlns:a="http://schemas.openxmlformats.org/drawingml/2006/main" noGrp="1"/>
          </p:cNvSpPr>
          <p:nvPr/>
        </p:nvSpPr>
        <p:spPr>
          <a:xfrm xmlns:a="http://schemas.openxmlformats.org/drawingml/2006/main">
            <a:off x="914400" y="55626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00" b="0">
                <a:solidFill>
                  <a:srgbClr val="668176"/>
                </a:solidFill>
                <a:latin typeface="Source Han Sans SC"/>
                <a:ea typeface="Source Han Sans SC"/>
                <a:cs typeface="Source Han Sans SC"/>
              </a:defRPr>
            </a:defPPr>
          </a:lstStyle>
          <a:p xmlns:a="http://schemas.openxmlformats.org/drawingml/2006/main">
            <a:pPr algn="l">
              <a:buNone/>
              <a:defRPr sz="1200" b="0">
                <a:solidFill>
                  <a:srgbClr val="668176"/>
                </a:solidFill>
                <a:latin typeface="Source Han Sans SC"/>
                <a:ea typeface="Source Han Sans SC"/>
                <a:cs typeface="Source Han Sans SC"/>
              </a:defRPr>
            </a:pPr>
            <a:r>
              <a:rPr sz="1200" b="0">
                <a:solidFill>
                  <a:srgbClr val="668176"/>
                </a:solidFill>
                <a:latin typeface="Source Han Sans SC"/>
                <a:ea typeface="Source Han Sans SC"/>
                <a:cs typeface="Source Han Sans SC"/>
              </a:rPr>
              <a:t>Example release</a:t>
            </a:r>
          </a:p>
        </p:txBody>
      </p:sp>
      <p:sp>
        <p:nvSpPr>
          <p:cNvPr id="16" name="step1:text-43">
            <a:extLst xmlns:a="http://schemas.openxmlformats.org/drawingml/2006/main">
              <a:ext uri="{FF2B5EF4-FFF2-40B4-BE49-F238E27FC236}">
                <a16:creationId xmlns:a16="http://schemas.microsoft.com/office/drawing/2014/main" id="{B8EDBDB4-0A5A-446F-BC09-14CAC7045C4D}"/>
              </a:ext>
            </a:extLst>
          </p:cNvPr>
          <p:cNvSpPr>
            <a:spLocks xmlns:a="http://schemas.openxmlformats.org/drawingml/2006/main" noGrp="1"/>
          </p:cNvSpPr>
          <p:nvPr/>
        </p:nvSpPr>
        <p:spPr>
          <a:xfrm xmlns:a="http://schemas.openxmlformats.org/drawingml/2006/main">
            <a:off x="914400" y="5781675"/>
            <a:ext cx="2324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75" b="0">
                <a:solidFill>
                  <a:srgbClr val="668176"/>
                </a:solidFill>
                <a:latin typeface="Source Han Sans SC"/>
                <a:ea typeface="Source Han Sans SC"/>
                <a:cs typeface="Source Han Sans SC"/>
              </a:defRPr>
            </a:defPPr>
          </a:lstStyle>
          <a:p xmlns:a="http://schemas.openxmlformats.org/drawingml/2006/main">
            <a:pPr algn="l">
              <a:buNone/>
              <a:defRPr sz="1275" b="0">
                <a:solidFill>
                  <a:srgbClr val="668176"/>
                </a:solidFill>
                <a:latin typeface="Source Han Sans SC"/>
                <a:ea typeface="Source Han Sans SC"/>
                <a:cs typeface="Source Han Sans SC"/>
              </a:defRPr>
            </a:pPr>
            <a:r>
              <a:rPr sz="1275" b="0">
                <a:solidFill>
                  <a:srgbClr val="668176"/>
                </a:solidFill>
                <a:latin typeface="Source Han Sans SC"/>
                <a:ea typeface="Source Han Sans SC"/>
                <a:cs typeface="Source Han Sans SC"/>
              </a:rPr>
              <a:t>Qwen3</a:t>
            </a:r>
          </a:p>
        </p:txBody>
      </p:sp>
      <p:sp>
        <p:nvSpPr>
          <p:cNvPr id="17" name="step1:panel-44">
            <a:extLst xmlns:a="http://schemas.openxmlformats.org/drawingml/2006/main">
              <a:ext uri="{FF2B5EF4-FFF2-40B4-BE49-F238E27FC236}">
                <a16:creationId xmlns:a16="http://schemas.microsoft.com/office/drawing/2014/main" id="{A242640D-B2B8-443A-8EA3-61ACAF018560}"/>
              </a:ext>
            </a:extLst>
          </p:cNvPr>
          <p:cNvSpPr>
            <a:spLocks xmlns:a="http://schemas.openxmlformats.org/drawingml/2006/main" noGrp="1"/>
          </p:cNvSpPr>
          <p:nvPr/>
        </p:nvSpPr>
        <p:spPr>
          <a:xfrm xmlns:a="http://schemas.openxmlformats.org/drawingml/2006/main">
            <a:off x="3495675" y="2952750"/>
            <a:ext cx="2628900" cy="3067050"/>
          </a:xfrm>
          <a:prstGeom xmlns:a="http://schemas.openxmlformats.org/drawingml/2006/main" prst="roundRect">
            <a:avLst>
              <a:gd name="adj" fmla="val 2174"/>
            </a:avLst>
          </a:prstGeom>
          <a:solidFill xmlns:a="http://schemas.openxmlformats.org/drawingml/2006/main">
            <a:srgbClr val="FFFFFF"/>
          </a:solidFill>
          <a:ln xmlns:a="http://schemas.openxmlformats.org/drawingml/2006/main" w="9525">
            <a:solidFill>
              <a:srgbClr val="D6DFD3"/>
            </a:solidFill>
            <a:prstDash val="solid"/>
          </a:ln>
        </p:spPr>
      </p:sp>
      <p:pic>
        <p:nvPicPr>
          <p:cNvPr id="18" name="">
            <a:extLst xmlns:a="http://schemas.openxmlformats.org/drawingml/2006/main">
              <a:ext uri="{FF2B5EF4-FFF2-40B4-BE49-F238E27FC236}">
                <a16:creationId xmlns:a16="http://schemas.microsoft.com/office/drawing/2014/main" id="{B23BFA77-EFD3-46CC-8E6E-C4D8A3E65279}"/>
              </a:ext>
            </a:extLst>
          </p:cNvPr>
          <p:cNvPicPr>
            <a:picLocks xmlns:a="http://schemas.openxmlformats.org/drawingml/2006/main" noChangeAspect="1"/>
          </p:cNvPicPr>
          <p:nvPr/>
        </p:nvPicPr>
        <p:blipFill>
          <a:blip xmlns:r="http://schemas.openxmlformats.org/officeDocument/2006/relationships" xmlns:a="http://schemas.openxmlformats.org/drawingml/2006/main" r:embed="Rb2b5100fc2f14f94"/>
          <a:stretch xmlns:a="http://schemas.openxmlformats.org/drawingml/2006/main"/>
        </p:blipFill>
        <p:spPr>
          <a:xfrm xmlns:a="http://schemas.openxmlformats.org/drawingml/2006/main">
            <a:off x="3705225" y="3556371"/>
            <a:ext cx="2209800" cy="469158"/>
          </a:xfrm>
          <a:prstGeom xmlns:a="http://schemas.openxmlformats.org/drawingml/2006/main" prst="rect">
            <a:avLst/>
          </a:prstGeom>
        </p:spPr>
      </p:pic>
      <p:sp>
        <p:nvSpPr>
          <p:cNvPr id="19" name="step1:text-45">
            <a:extLst xmlns:a="http://schemas.openxmlformats.org/drawingml/2006/main">
              <a:ext uri="{FF2B5EF4-FFF2-40B4-BE49-F238E27FC236}">
                <a16:creationId xmlns:a16="http://schemas.microsoft.com/office/drawing/2014/main" id="{4503C9CB-F650-473B-90B9-6EC09E3E678B}"/>
              </a:ext>
            </a:extLst>
          </p:cNvPr>
          <p:cNvSpPr>
            <a:spLocks xmlns:a="http://schemas.openxmlformats.org/drawingml/2006/main" noGrp="1"/>
          </p:cNvSpPr>
          <p:nvPr/>
        </p:nvSpPr>
        <p:spPr>
          <a:xfrm xmlns:a="http://schemas.openxmlformats.org/drawingml/2006/main">
            <a:off x="3724275" y="4648200"/>
            <a:ext cx="2209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88" b="0">
                <a:solidFill>
                  <a:srgbClr val="193E33"/>
                </a:solidFill>
                <a:latin typeface="Source Han Sans SC"/>
                <a:ea typeface="Source Han Sans SC"/>
                <a:cs typeface="Source Han Sans SC"/>
              </a:defRPr>
            </a:defPPr>
          </a:lstStyle>
          <a:p xmlns:a="http://schemas.openxmlformats.org/drawingml/2006/main">
            <a:pPr algn="l">
              <a:buNone/>
              <a:defRPr sz="1988" b="0">
                <a:solidFill>
                  <a:srgbClr val="193E33"/>
                </a:solidFill>
                <a:latin typeface="Source Han Sans SC"/>
                <a:ea typeface="Source Han Sans SC"/>
                <a:cs typeface="Source Han Sans SC"/>
              </a:defRPr>
            </a:pPr>
            <a:r>
              <a:rPr sz="1988" b="0">
                <a:solidFill>
                  <a:srgbClr val="193E33"/>
                </a:solidFill>
                <a:latin typeface="Source Han Sans SC"/>
                <a:ea typeface="Source Han Sans SC"/>
                <a:cs typeface="Source Han Sans SC"/>
                <a:hlinkClick xmlns:r="http://schemas.openxmlformats.org/officeDocument/2006/relationships" r:id="R2ddcf0e9cb4647ed"/>
              </a:rPr>
              <a:t>DeepSeek</a:t>
            </a:r>
          </a:p>
        </p:txBody>
      </p:sp>
      <p:sp>
        <p:nvSpPr>
          <p:cNvPr id="20" name="step1:text-46">
            <a:extLst xmlns:a="http://schemas.openxmlformats.org/drawingml/2006/main">
              <a:ext uri="{FF2B5EF4-FFF2-40B4-BE49-F238E27FC236}">
                <a16:creationId xmlns:a16="http://schemas.microsoft.com/office/drawing/2014/main" id="{9790793F-1F42-4BD4-B75E-113C035F3BB2}"/>
              </a:ext>
            </a:extLst>
          </p:cNvPr>
          <p:cNvSpPr>
            <a:spLocks xmlns:a="http://schemas.openxmlformats.org/drawingml/2006/main" noGrp="1"/>
          </p:cNvSpPr>
          <p:nvPr/>
        </p:nvSpPr>
        <p:spPr>
          <a:xfrm xmlns:a="http://schemas.openxmlformats.org/drawingml/2006/main">
            <a:off x="3657600" y="5086350"/>
            <a:ext cx="2362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277C65"/>
                </a:solidFill>
                <a:latin typeface="Source Han Sans SC"/>
                <a:ea typeface="Source Han Sans SC"/>
                <a:cs typeface="Source Han Sans SC"/>
              </a:defRPr>
            </a:defPPr>
          </a:lstStyle>
          <a:p xmlns:a="http://schemas.openxmlformats.org/drawingml/2006/main">
            <a:pPr algn="l">
              <a:buNone/>
              <a:defRPr sz="1725" b="0">
                <a:solidFill>
                  <a:srgbClr val="277C65"/>
                </a:solidFill>
                <a:latin typeface="Source Han Sans SC"/>
                <a:ea typeface="Source Han Sans SC"/>
                <a:cs typeface="Source Han Sans SC"/>
              </a:defRPr>
            </a:pPr>
            <a:r>
              <a:rPr sz="1725" b="0">
                <a:solidFill>
                  <a:srgbClr val="277C65"/>
                </a:solidFill>
                <a:latin typeface="Source Han Sans SC"/>
                <a:ea typeface="Source Han Sans SC"/>
                <a:cs typeface="Source Han Sans SC"/>
              </a:rPr>
              <a:t>DeepSeek</a:t>
            </a:r>
          </a:p>
        </p:txBody>
      </p:sp>
      <p:sp>
        <p:nvSpPr>
          <p:cNvPr id="21" name="step1:text-47">
            <a:extLst xmlns:a="http://schemas.openxmlformats.org/drawingml/2006/main">
              <a:ext uri="{FF2B5EF4-FFF2-40B4-BE49-F238E27FC236}">
                <a16:creationId xmlns:a16="http://schemas.microsoft.com/office/drawing/2014/main" id="{9B8B74DC-EA71-4E4B-A7BE-DEF0934857A4}"/>
              </a:ext>
            </a:extLst>
          </p:cNvPr>
          <p:cNvSpPr>
            <a:spLocks xmlns:a="http://schemas.openxmlformats.org/drawingml/2006/main" noGrp="1"/>
          </p:cNvSpPr>
          <p:nvPr/>
        </p:nvSpPr>
        <p:spPr>
          <a:xfrm xmlns:a="http://schemas.openxmlformats.org/drawingml/2006/main">
            <a:off x="3724275" y="55626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00" b="0">
                <a:solidFill>
                  <a:srgbClr val="668176"/>
                </a:solidFill>
                <a:latin typeface="Source Han Sans SC"/>
                <a:ea typeface="Source Han Sans SC"/>
                <a:cs typeface="Source Han Sans SC"/>
              </a:defRPr>
            </a:defPPr>
          </a:lstStyle>
          <a:p xmlns:a="http://schemas.openxmlformats.org/drawingml/2006/main">
            <a:pPr algn="l">
              <a:buNone/>
              <a:defRPr sz="1200" b="0">
                <a:solidFill>
                  <a:srgbClr val="668176"/>
                </a:solidFill>
                <a:latin typeface="Source Han Sans SC"/>
                <a:ea typeface="Source Han Sans SC"/>
                <a:cs typeface="Source Han Sans SC"/>
              </a:defRPr>
            </a:pPr>
            <a:r>
              <a:rPr sz="1200" b="0">
                <a:solidFill>
                  <a:srgbClr val="668176"/>
                </a:solidFill>
                <a:latin typeface="Source Han Sans SC"/>
                <a:ea typeface="Source Han Sans SC"/>
                <a:cs typeface="Source Han Sans SC"/>
              </a:rPr>
              <a:t>Example release</a:t>
            </a:r>
          </a:p>
        </p:txBody>
      </p:sp>
      <p:sp>
        <p:nvSpPr>
          <p:cNvPr id="22" name="step1:text-48">
            <a:extLst xmlns:a="http://schemas.openxmlformats.org/drawingml/2006/main">
              <a:ext uri="{FF2B5EF4-FFF2-40B4-BE49-F238E27FC236}">
                <a16:creationId xmlns:a16="http://schemas.microsoft.com/office/drawing/2014/main" id="{1E1AF9BC-A739-4E93-B238-86DFDA69FA9E}"/>
              </a:ext>
            </a:extLst>
          </p:cNvPr>
          <p:cNvSpPr>
            <a:spLocks xmlns:a="http://schemas.openxmlformats.org/drawingml/2006/main" noGrp="1"/>
          </p:cNvSpPr>
          <p:nvPr/>
        </p:nvSpPr>
        <p:spPr>
          <a:xfrm xmlns:a="http://schemas.openxmlformats.org/drawingml/2006/main">
            <a:off x="3724275" y="5781675"/>
            <a:ext cx="2324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75" b="0">
                <a:solidFill>
                  <a:srgbClr val="668176"/>
                </a:solidFill>
                <a:latin typeface="Source Han Sans SC"/>
                <a:ea typeface="Source Han Sans SC"/>
                <a:cs typeface="Source Han Sans SC"/>
              </a:defRPr>
            </a:defPPr>
          </a:lstStyle>
          <a:p xmlns:a="http://schemas.openxmlformats.org/drawingml/2006/main">
            <a:pPr algn="l">
              <a:buNone/>
              <a:defRPr sz="1275" b="0">
                <a:solidFill>
                  <a:srgbClr val="668176"/>
                </a:solidFill>
                <a:latin typeface="Source Han Sans SC"/>
                <a:ea typeface="Source Han Sans SC"/>
                <a:cs typeface="Source Han Sans SC"/>
              </a:defRPr>
            </a:pPr>
            <a:r>
              <a:rPr sz="1275" b="0">
                <a:solidFill>
                  <a:srgbClr val="668176"/>
                </a:solidFill>
                <a:latin typeface="Source Han Sans SC"/>
                <a:ea typeface="Source Han Sans SC"/>
                <a:cs typeface="Source Han Sans SC"/>
              </a:rPr>
              <a:t>DeepSeek-R1</a:t>
            </a:r>
          </a:p>
        </p:txBody>
      </p:sp>
      <p:sp>
        <p:nvSpPr>
          <p:cNvPr id="23" name="step1:panel-49">
            <a:extLst xmlns:a="http://schemas.openxmlformats.org/drawingml/2006/main">
              <a:ext uri="{FF2B5EF4-FFF2-40B4-BE49-F238E27FC236}">
                <a16:creationId xmlns:a16="http://schemas.microsoft.com/office/drawing/2014/main" id="{B900C2C0-FFBA-4081-8391-FBA8F636CE20}"/>
              </a:ext>
            </a:extLst>
          </p:cNvPr>
          <p:cNvSpPr>
            <a:spLocks xmlns:a="http://schemas.openxmlformats.org/drawingml/2006/main" noGrp="1"/>
          </p:cNvSpPr>
          <p:nvPr/>
        </p:nvSpPr>
        <p:spPr>
          <a:xfrm xmlns:a="http://schemas.openxmlformats.org/drawingml/2006/main">
            <a:off x="6305550" y="2952750"/>
            <a:ext cx="2628900" cy="3067050"/>
          </a:xfrm>
          <a:prstGeom xmlns:a="http://schemas.openxmlformats.org/drawingml/2006/main" prst="roundRect">
            <a:avLst>
              <a:gd name="adj" fmla="val 2174"/>
            </a:avLst>
          </a:prstGeom>
          <a:solidFill xmlns:a="http://schemas.openxmlformats.org/drawingml/2006/main">
            <a:srgbClr val="FFFFFF"/>
          </a:solidFill>
          <a:ln xmlns:a="http://schemas.openxmlformats.org/drawingml/2006/main" w="9525">
            <a:solidFill>
              <a:srgbClr val="D6DFD3"/>
            </a:solidFill>
            <a:prstDash val="solid"/>
          </a:ln>
        </p:spPr>
      </p:sp>
      <p:pic>
        <p:nvPicPr>
          <p:cNvPr id="24" name="">
            <a:extLst xmlns:a="http://schemas.openxmlformats.org/drawingml/2006/main">
              <a:ext uri="{FF2B5EF4-FFF2-40B4-BE49-F238E27FC236}">
                <a16:creationId xmlns:a16="http://schemas.microsoft.com/office/drawing/2014/main" id="{D6273E69-06DC-48E4-92A8-6DDA1406101A}"/>
              </a:ext>
            </a:extLst>
          </p:cNvPr>
          <p:cNvPicPr>
            <a:picLocks xmlns:a="http://schemas.openxmlformats.org/drawingml/2006/main" noChangeAspect="1"/>
          </p:cNvPicPr>
          <p:nvPr/>
        </p:nvPicPr>
        <p:blipFill>
          <a:blip xmlns:r="http://schemas.openxmlformats.org/officeDocument/2006/relationships" xmlns:a="http://schemas.openxmlformats.org/drawingml/2006/main" r:embed="Rd10764e1ece245a0"/>
          <a:stretch xmlns:a="http://schemas.openxmlformats.org/drawingml/2006/main"/>
        </p:blipFill>
        <p:spPr>
          <a:xfrm xmlns:a="http://schemas.openxmlformats.org/drawingml/2006/main">
            <a:off x="7086600" y="3257550"/>
            <a:ext cx="1066800" cy="1066800"/>
          </a:xfrm>
          <a:prstGeom xmlns:a="http://schemas.openxmlformats.org/drawingml/2006/main" prst="rect">
            <a:avLst/>
          </a:prstGeom>
        </p:spPr>
      </p:pic>
      <p:sp>
        <p:nvSpPr>
          <p:cNvPr id="25" name="step1:text-50">
            <a:extLst xmlns:a="http://schemas.openxmlformats.org/drawingml/2006/main">
              <a:ext uri="{FF2B5EF4-FFF2-40B4-BE49-F238E27FC236}">
                <a16:creationId xmlns:a16="http://schemas.microsoft.com/office/drawing/2014/main" id="{FE60BC36-3AF0-4887-A3D3-F83EF6D6DD4B}"/>
              </a:ext>
            </a:extLst>
          </p:cNvPr>
          <p:cNvSpPr>
            <a:spLocks xmlns:a="http://schemas.openxmlformats.org/drawingml/2006/main" noGrp="1"/>
          </p:cNvSpPr>
          <p:nvPr/>
        </p:nvSpPr>
        <p:spPr>
          <a:xfrm xmlns:a="http://schemas.openxmlformats.org/drawingml/2006/main">
            <a:off x="6534150" y="4648200"/>
            <a:ext cx="2209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88" b="0">
                <a:solidFill>
                  <a:srgbClr val="193E33"/>
                </a:solidFill>
                <a:latin typeface="Source Han Sans SC"/>
                <a:ea typeface="Source Han Sans SC"/>
                <a:cs typeface="Source Han Sans SC"/>
              </a:defRPr>
            </a:defPPr>
          </a:lstStyle>
          <a:p xmlns:a="http://schemas.openxmlformats.org/drawingml/2006/main">
            <a:pPr algn="l">
              <a:buNone/>
              <a:defRPr sz="1988" b="0">
                <a:solidFill>
                  <a:srgbClr val="193E33"/>
                </a:solidFill>
                <a:latin typeface="Source Han Sans SC"/>
                <a:ea typeface="Source Han Sans SC"/>
                <a:cs typeface="Source Han Sans SC"/>
              </a:defRPr>
            </a:pPr>
            <a:r>
              <a:rPr sz="1988" b="0">
                <a:solidFill>
                  <a:srgbClr val="193E33"/>
                </a:solidFill>
                <a:latin typeface="Source Han Sans SC"/>
                <a:ea typeface="Source Han Sans SC"/>
                <a:cs typeface="Source Han Sans SC"/>
                <a:hlinkClick xmlns:r="http://schemas.openxmlformats.org/officeDocument/2006/relationships" r:id="R0d31080840424e1b"/>
              </a:rPr>
              <a:t>Zhipu AI</a:t>
            </a:r>
          </a:p>
        </p:txBody>
      </p:sp>
      <p:sp>
        <p:nvSpPr>
          <p:cNvPr id="26" name="step1:text-51">
            <a:extLst xmlns:a="http://schemas.openxmlformats.org/drawingml/2006/main">
              <a:ext uri="{FF2B5EF4-FFF2-40B4-BE49-F238E27FC236}">
                <a16:creationId xmlns:a16="http://schemas.microsoft.com/office/drawing/2014/main" id="{8AA1D314-5239-4328-B38B-244C980A17D2}"/>
              </a:ext>
            </a:extLst>
          </p:cNvPr>
          <p:cNvSpPr>
            <a:spLocks xmlns:a="http://schemas.openxmlformats.org/drawingml/2006/main" noGrp="1"/>
          </p:cNvSpPr>
          <p:nvPr/>
        </p:nvSpPr>
        <p:spPr>
          <a:xfrm xmlns:a="http://schemas.openxmlformats.org/drawingml/2006/main">
            <a:off x="6467475" y="5086350"/>
            <a:ext cx="2362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277C65"/>
                </a:solidFill>
                <a:latin typeface="Source Han Sans SC"/>
                <a:ea typeface="Source Han Sans SC"/>
                <a:cs typeface="Source Han Sans SC"/>
              </a:defRPr>
            </a:defPPr>
          </a:lstStyle>
          <a:p xmlns:a="http://schemas.openxmlformats.org/drawingml/2006/main">
            <a:pPr algn="l">
              <a:buNone/>
              <a:defRPr sz="1725" b="0">
                <a:solidFill>
                  <a:srgbClr val="277C65"/>
                </a:solidFill>
                <a:latin typeface="Source Han Sans SC"/>
                <a:ea typeface="Source Han Sans SC"/>
                <a:cs typeface="Source Han Sans SC"/>
              </a:defRPr>
            </a:pPr>
            <a:r>
              <a:rPr sz="1725" b="0">
                <a:solidFill>
                  <a:srgbClr val="277C65"/>
                </a:solidFill>
                <a:latin typeface="Source Han Sans SC"/>
                <a:ea typeface="Source Han Sans SC"/>
                <a:cs typeface="Source Han Sans SC"/>
              </a:rPr>
              <a:t>GLM</a:t>
            </a:r>
          </a:p>
        </p:txBody>
      </p:sp>
      <p:sp>
        <p:nvSpPr>
          <p:cNvPr id="27" name="step1:text-52">
            <a:extLst xmlns:a="http://schemas.openxmlformats.org/drawingml/2006/main">
              <a:ext uri="{FF2B5EF4-FFF2-40B4-BE49-F238E27FC236}">
                <a16:creationId xmlns:a16="http://schemas.microsoft.com/office/drawing/2014/main" id="{32FEF532-3947-41DA-8477-C83DC54A9B4A}"/>
              </a:ext>
            </a:extLst>
          </p:cNvPr>
          <p:cNvSpPr>
            <a:spLocks xmlns:a="http://schemas.openxmlformats.org/drawingml/2006/main" noGrp="1"/>
          </p:cNvSpPr>
          <p:nvPr/>
        </p:nvSpPr>
        <p:spPr>
          <a:xfrm xmlns:a="http://schemas.openxmlformats.org/drawingml/2006/main">
            <a:off x="6534150" y="55626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00" b="0">
                <a:solidFill>
                  <a:srgbClr val="668176"/>
                </a:solidFill>
                <a:latin typeface="Source Han Sans SC"/>
                <a:ea typeface="Source Han Sans SC"/>
                <a:cs typeface="Source Han Sans SC"/>
              </a:defRPr>
            </a:defPPr>
          </a:lstStyle>
          <a:p xmlns:a="http://schemas.openxmlformats.org/drawingml/2006/main">
            <a:pPr algn="l">
              <a:buNone/>
              <a:defRPr sz="1200" b="0">
                <a:solidFill>
                  <a:srgbClr val="668176"/>
                </a:solidFill>
                <a:latin typeface="Source Han Sans SC"/>
                <a:ea typeface="Source Han Sans SC"/>
                <a:cs typeface="Source Han Sans SC"/>
              </a:defRPr>
            </a:pPr>
            <a:r>
              <a:rPr sz="1200" b="0">
                <a:solidFill>
                  <a:srgbClr val="668176"/>
                </a:solidFill>
                <a:latin typeface="Source Han Sans SC"/>
                <a:ea typeface="Source Han Sans SC"/>
                <a:cs typeface="Source Han Sans SC"/>
              </a:rPr>
              <a:t>Example release</a:t>
            </a:r>
          </a:p>
        </p:txBody>
      </p:sp>
      <p:sp>
        <p:nvSpPr>
          <p:cNvPr id="28" name="step1:text-53">
            <a:extLst xmlns:a="http://schemas.openxmlformats.org/drawingml/2006/main">
              <a:ext uri="{FF2B5EF4-FFF2-40B4-BE49-F238E27FC236}">
                <a16:creationId xmlns:a16="http://schemas.microsoft.com/office/drawing/2014/main" id="{4928EE20-EF7D-4010-A33B-0C3913B921F1}"/>
              </a:ext>
            </a:extLst>
          </p:cNvPr>
          <p:cNvSpPr>
            <a:spLocks xmlns:a="http://schemas.openxmlformats.org/drawingml/2006/main" noGrp="1"/>
          </p:cNvSpPr>
          <p:nvPr/>
        </p:nvSpPr>
        <p:spPr>
          <a:xfrm xmlns:a="http://schemas.openxmlformats.org/drawingml/2006/main">
            <a:off x="6534150" y="5781675"/>
            <a:ext cx="2324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75" b="0">
                <a:solidFill>
                  <a:srgbClr val="668176"/>
                </a:solidFill>
                <a:latin typeface="Source Han Sans SC"/>
                <a:ea typeface="Source Han Sans SC"/>
                <a:cs typeface="Source Han Sans SC"/>
              </a:defRPr>
            </a:defPPr>
          </a:lstStyle>
          <a:p xmlns:a="http://schemas.openxmlformats.org/drawingml/2006/main">
            <a:pPr algn="l">
              <a:buNone/>
              <a:defRPr sz="1275" b="0">
                <a:solidFill>
                  <a:srgbClr val="668176"/>
                </a:solidFill>
                <a:latin typeface="Source Han Sans SC"/>
                <a:ea typeface="Source Han Sans SC"/>
                <a:cs typeface="Source Han Sans SC"/>
              </a:defRPr>
            </a:pPr>
            <a:r>
              <a:rPr sz="1275" b="0">
                <a:solidFill>
                  <a:srgbClr val="668176"/>
                </a:solidFill>
                <a:latin typeface="Source Han Sans SC"/>
                <a:ea typeface="Source Han Sans SC"/>
                <a:cs typeface="Source Han Sans SC"/>
              </a:rPr>
              <a:t>GLM-4.5</a:t>
            </a:r>
          </a:p>
        </p:txBody>
      </p:sp>
      <p:sp>
        <p:nvSpPr>
          <p:cNvPr id="29" name="step1:panel-54">
            <a:extLst xmlns:a="http://schemas.openxmlformats.org/drawingml/2006/main">
              <a:ext uri="{FF2B5EF4-FFF2-40B4-BE49-F238E27FC236}">
                <a16:creationId xmlns:a16="http://schemas.microsoft.com/office/drawing/2014/main" id="{5FB919C2-A660-4EFF-ADC6-31F94924A582}"/>
              </a:ext>
            </a:extLst>
          </p:cNvPr>
          <p:cNvSpPr>
            <a:spLocks xmlns:a="http://schemas.openxmlformats.org/drawingml/2006/main" noGrp="1"/>
          </p:cNvSpPr>
          <p:nvPr/>
        </p:nvSpPr>
        <p:spPr>
          <a:xfrm xmlns:a="http://schemas.openxmlformats.org/drawingml/2006/main">
            <a:off x="9115425" y="2952750"/>
            <a:ext cx="2628900" cy="3067050"/>
          </a:xfrm>
          <a:prstGeom xmlns:a="http://schemas.openxmlformats.org/drawingml/2006/main" prst="roundRect">
            <a:avLst>
              <a:gd name="adj" fmla="val 2174"/>
            </a:avLst>
          </a:prstGeom>
          <a:solidFill xmlns:a="http://schemas.openxmlformats.org/drawingml/2006/main">
            <a:srgbClr val="FFFFFF"/>
          </a:solidFill>
          <a:ln xmlns:a="http://schemas.openxmlformats.org/drawingml/2006/main" w="9525">
            <a:solidFill>
              <a:srgbClr val="D6DFD3"/>
            </a:solidFill>
            <a:prstDash val="solid"/>
          </a:ln>
        </p:spPr>
      </p:sp>
      <p:pic>
        <p:nvPicPr>
          <p:cNvPr id="30" name="">
            <a:extLst xmlns:a="http://schemas.openxmlformats.org/drawingml/2006/main">
              <a:ext uri="{FF2B5EF4-FFF2-40B4-BE49-F238E27FC236}">
                <a16:creationId xmlns:a16="http://schemas.microsoft.com/office/drawing/2014/main" id="{E2292C07-3570-47E8-9E57-6F9D2725869F}"/>
              </a:ext>
            </a:extLst>
          </p:cNvPr>
          <p:cNvPicPr>
            <a:picLocks xmlns:a="http://schemas.openxmlformats.org/drawingml/2006/main" noChangeAspect="1"/>
          </p:cNvPicPr>
          <p:nvPr/>
        </p:nvPicPr>
        <p:blipFill>
          <a:blip xmlns:r="http://schemas.openxmlformats.org/officeDocument/2006/relationships" xmlns:a="http://schemas.openxmlformats.org/drawingml/2006/main" r:embed="Re9951c856a434af5"/>
          <a:stretch xmlns:a="http://schemas.openxmlformats.org/drawingml/2006/main"/>
        </p:blipFill>
        <p:spPr>
          <a:xfrm xmlns:a="http://schemas.openxmlformats.org/drawingml/2006/main">
            <a:off x="9324975" y="3388069"/>
            <a:ext cx="2209800" cy="805761"/>
          </a:xfrm>
          <a:prstGeom xmlns:a="http://schemas.openxmlformats.org/drawingml/2006/main" prst="rect">
            <a:avLst/>
          </a:prstGeom>
        </p:spPr>
      </p:pic>
      <p:sp>
        <p:nvSpPr>
          <p:cNvPr id="31" name="step1:text-55">
            <a:extLst xmlns:a="http://schemas.openxmlformats.org/drawingml/2006/main">
              <a:ext uri="{FF2B5EF4-FFF2-40B4-BE49-F238E27FC236}">
                <a16:creationId xmlns:a16="http://schemas.microsoft.com/office/drawing/2014/main" id="{751A69D0-6D30-4B73-84C3-61B6F48F502F}"/>
              </a:ext>
            </a:extLst>
          </p:cNvPr>
          <p:cNvSpPr>
            <a:spLocks xmlns:a="http://schemas.openxmlformats.org/drawingml/2006/main" noGrp="1"/>
          </p:cNvSpPr>
          <p:nvPr/>
        </p:nvSpPr>
        <p:spPr>
          <a:xfrm xmlns:a="http://schemas.openxmlformats.org/drawingml/2006/main">
            <a:off x="9344025" y="4648200"/>
            <a:ext cx="2209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88" b="0">
                <a:solidFill>
                  <a:srgbClr val="193E33"/>
                </a:solidFill>
                <a:latin typeface="Source Han Sans SC"/>
                <a:ea typeface="Source Han Sans SC"/>
                <a:cs typeface="Source Han Sans SC"/>
              </a:defRPr>
            </a:defPPr>
          </a:lstStyle>
          <a:p xmlns:a="http://schemas.openxmlformats.org/drawingml/2006/main">
            <a:pPr algn="l">
              <a:buNone/>
              <a:defRPr sz="1988" b="0">
                <a:solidFill>
                  <a:srgbClr val="193E33"/>
                </a:solidFill>
                <a:latin typeface="Source Han Sans SC"/>
                <a:ea typeface="Source Han Sans SC"/>
                <a:cs typeface="Source Han Sans SC"/>
              </a:defRPr>
            </a:pPr>
            <a:r>
              <a:rPr sz="1988" b="0">
                <a:solidFill>
                  <a:srgbClr val="193E33"/>
                </a:solidFill>
                <a:latin typeface="Source Han Sans SC"/>
                <a:ea typeface="Source Han Sans SC"/>
                <a:cs typeface="Source Han Sans SC"/>
                <a:hlinkClick xmlns:r="http://schemas.openxmlformats.org/officeDocument/2006/relationships" r:id="R9b70526e6b82466d"/>
              </a:rPr>
              <a:t>Moonshot AI</a:t>
            </a:r>
          </a:p>
        </p:txBody>
      </p:sp>
      <p:sp>
        <p:nvSpPr>
          <p:cNvPr id="32" name="step1:text-56">
            <a:extLst xmlns:a="http://schemas.openxmlformats.org/drawingml/2006/main">
              <a:ext uri="{FF2B5EF4-FFF2-40B4-BE49-F238E27FC236}">
                <a16:creationId xmlns:a16="http://schemas.microsoft.com/office/drawing/2014/main" id="{7F3F3451-98E4-402D-A7C5-35174E2DE4AD}"/>
              </a:ext>
            </a:extLst>
          </p:cNvPr>
          <p:cNvSpPr>
            <a:spLocks xmlns:a="http://schemas.openxmlformats.org/drawingml/2006/main" noGrp="1"/>
          </p:cNvSpPr>
          <p:nvPr/>
        </p:nvSpPr>
        <p:spPr>
          <a:xfrm xmlns:a="http://schemas.openxmlformats.org/drawingml/2006/main">
            <a:off x="9277350" y="5086350"/>
            <a:ext cx="2362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277C65"/>
                </a:solidFill>
                <a:latin typeface="Source Han Sans SC"/>
                <a:ea typeface="Source Han Sans SC"/>
                <a:cs typeface="Source Han Sans SC"/>
              </a:defRPr>
            </a:defPPr>
          </a:lstStyle>
          <a:p xmlns:a="http://schemas.openxmlformats.org/drawingml/2006/main">
            <a:pPr algn="l">
              <a:buNone/>
              <a:defRPr sz="1725" b="0">
                <a:solidFill>
                  <a:srgbClr val="277C65"/>
                </a:solidFill>
                <a:latin typeface="Source Han Sans SC"/>
                <a:ea typeface="Source Han Sans SC"/>
                <a:cs typeface="Source Han Sans SC"/>
              </a:defRPr>
            </a:pPr>
            <a:r>
              <a:rPr sz="1725" b="0">
                <a:solidFill>
                  <a:srgbClr val="277C65"/>
                </a:solidFill>
                <a:latin typeface="Source Han Sans SC"/>
                <a:ea typeface="Source Han Sans SC"/>
                <a:cs typeface="Source Han Sans SC"/>
              </a:rPr>
              <a:t>Kimi</a:t>
            </a:r>
          </a:p>
        </p:txBody>
      </p:sp>
      <p:sp>
        <p:nvSpPr>
          <p:cNvPr id="33" name="step1:text-57">
            <a:extLst xmlns:a="http://schemas.openxmlformats.org/drawingml/2006/main">
              <a:ext uri="{FF2B5EF4-FFF2-40B4-BE49-F238E27FC236}">
                <a16:creationId xmlns:a16="http://schemas.microsoft.com/office/drawing/2014/main" id="{CE50BB89-0B95-4C6F-8FC5-8761B80FD38E}"/>
              </a:ext>
            </a:extLst>
          </p:cNvPr>
          <p:cNvSpPr>
            <a:spLocks xmlns:a="http://schemas.openxmlformats.org/drawingml/2006/main" noGrp="1"/>
          </p:cNvSpPr>
          <p:nvPr/>
        </p:nvSpPr>
        <p:spPr>
          <a:xfrm xmlns:a="http://schemas.openxmlformats.org/drawingml/2006/main">
            <a:off x="9344025" y="55626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00" b="0">
                <a:solidFill>
                  <a:srgbClr val="668176"/>
                </a:solidFill>
                <a:latin typeface="Source Han Sans SC"/>
                <a:ea typeface="Source Han Sans SC"/>
                <a:cs typeface="Source Han Sans SC"/>
              </a:defRPr>
            </a:defPPr>
          </a:lstStyle>
          <a:p xmlns:a="http://schemas.openxmlformats.org/drawingml/2006/main">
            <a:pPr algn="l">
              <a:buNone/>
              <a:defRPr sz="1200" b="0">
                <a:solidFill>
                  <a:srgbClr val="668176"/>
                </a:solidFill>
                <a:latin typeface="Source Han Sans SC"/>
                <a:ea typeface="Source Han Sans SC"/>
                <a:cs typeface="Source Han Sans SC"/>
              </a:defRPr>
            </a:pPr>
            <a:r>
              <a:rPr sz="1200" b="0">
                <a:solidFill>
                  <a:srgbClr val="668176"/>
                </a:solidFill>
                <a:latin typeface="Source Han Sans SC"/>
                <a:ea typeface="Source Han Sans SC"/>
                <a:cs typeface="Source Han Sans SC"/>
              </a:rPr>
              <a:t>Example release</a:t>
            </a:r>
          </a:p>
        </p:txBody>
      </p:sp>
      <p:sp>
        <p:nvSpPr>
          <p:cNvPr id="34" name="step1:text-58">
            <a:extLst xmlns:a="http://schemas.openxmlformats.org/drawingml/2006/main">
              <a:ext uri="{FF2B5EF4-FFF2-40B4-BE49-F238E27FC236}">
                <a16:creationId xmlns:a16="http://schemas.microsoft.com/office/drawing/2014/main" id="{4EC50673-C833-4E9E-861A-6B2791000318}"/>
              </a:ext>
            </a:extLst>
          </p:cNvPr>
          <p:cNvSpPr>
            <a:spLocks xmlns:a="http://schemas.openxmlformats.org/drawingml/2006/main" noGrp="1"/>
          </p:cNvSpPr>
          <p:nvPr/>
        </p:nvSpPr>
        <p:spPr>
          <a:xfrm xmlns:a="http://schemas.openxmlformats.org/drawingml/2006/main">
            <a:off x="9344025" y="5781675"/>
            <a:ext cx="2324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75" b="0">
                <a:solidFill>
                  <a:srgbClr val="668176"/>
                </a:solidFill>
                <a:latin typeface="Source Han Sans SC"/>
                <a:ea typeface="Source Han Sans SC"/>
                <a:cs typeface="Source Han Sans SC"/>
              </a:defRPr>
            </a:defPPr>
          </a:lstStyle>
          <a:p xmlns:a="http://schemas.openxmlformats.org/drawingml/2006/main">
            <a:pPr algn="l">
              <a:buNone/>
              <a:defRPr sz="1275" b="0">
                <a:solidFill>
                  <a:srgbClr val="668176"/>
                </a:solidFill>
                <a:latin typeface="Source Han Sans SC"/>
                <a:ea typeface="Source Han Sans SC"/>
                <a:cs typeface="Source Han Sans SC"/>
              </a:defRPr>
            </a:pPr>
            <a:r>
              <a:rPr sz="1275" b="0">
                <a:solidFill>
                  <a:srgbClr val="668176"/>
                </a:solidFill>
                <a:latin typeface="Source Han Sans SC"/>
                <a:ea typeface="Source Han Sans SC"/>
                <a:cs typeface="Source Han Sans SC"/>
              </a:rPr>
              <a:t>Kimi K2</a:t>
            </a:r>
          </a:p>
        </p:txBody>
      </p:sp>
      <p:sp>
        <p:nvSpPr>
          <p:cNvPr id="35" name="step1:panel-59">
            <a:extLst xmlns:a="http://schemas.openxmlformats.org/drawingml/2006/main">
              <a:ext uri="{FF2B5EF4-FFF2-40B4-BE49-F238E27FC236}">
                <a16:creationId xmlns:a16="http://schemas.microsoft.com/office/drawing/2014/main" id="{AE984B3C-F98E-4DC2-96EE-E76C47E97453}"/>
              </a:ext>
            </a:extLst>
          </p:cNvPr>
          <p:cNvSpPr>
            <a:spLocks xmlns:a="http://schemas.openxmlformats.org/drawingml/2006/main" noGrp="1"/>
          </p:cNvSpPr>
          <p:nvPr/>
        </p:nvSpPr>
        <p:spPr>
          <a:xfrm xmlns:a="http://schemas.openxmlformats.org/drawingml/2006/main">
            <a:off x="11925300" y="2952750"/>
            <a:ext cx="2628900" cy="3067050"/>
          </a:xfrm>
          <a:prstGeom xmlns:a="http://schemas.openxmlformats.org/drawingml/2006/main" prst="roundRect">
            <a:avLst>
              <a:gd name="adj" fmla="val 2174"/>
            </a:avLst>
          </a:prstGeom>
          <a:solidFill xmlns:a="http://schemas.openxmlformats.org/drawingml/2006/main">
            <a:srgbClr val="FFFFFF"/>
          </a:solidFill>
          <a:ln xmlns:a="http://schemas.openxmlformats.org/drawingml/2006/main" w="9525">
            <a:solidFill>
              <a:srgbClr val="D6DFD3"/>
            </a:solidFill>
            <a:prstDash val="solid"/>
          </a:ln>
        </p:spPr>
      </p:sp>
      <p:pic>
        <p:nvPicPr>
          <p:cNvPr id="36" name="">
            <a:extLst xmlns:a="http://schemas.openxmlformats.org/drawingml/2006/main">
              <a:ext uri="{FF2B5EF4-FFF2-40B4-BE49-F238E27FC236}">
                <a16:creationId xmlns:a16="http://schemas.microsoft.com/office/drawing/2014/main" id="{A9F347F0-D692-4692-BDD9-1F3FCA2CC603}"/>
              </a:ext>
            </a:extLst>
          </p:cNvPr>
          <p:cNvPicPr>
            <a:picLocks xmlns:a="http://schemas.openxmlformats.org/drawingml/2006/main" noChangeAspect="1"/>
          </p:cNvPicPr>
          <p:nvPr/>
        </p:nvPicPr>
        <p:blipFill>
          <a:blip xmlns:r="http://schemas.openxmlformats.org/officeDocument/2006/relationships" xmlns:a="http://schemas.openxmlformats.org/drawingml/2006/main" r:embed="R9367afe919b94585"/>
          <a:stretch xmlns:a="http://schemas.openxmlformats.org/drawingml/2006/main"/>
        </p:blipFill>
        <p:spPr>
          <a:xfrm xmlns:a="http://schemas.openxmlformats.org/drawingml/2006/main">
            <a:off x="12134850" y="3470520"/>
            <a:ext cx="2209800" cy="640861"/>
          </a:xfrm>
          <a:prstGeom xmlns:a="http://schemas.openxmlformats.org/drawingml/2006/main" prst="rect">
            <a:avLst/>
          </a:prstGeom>
        </p:spPr>
      </p:pic>
      <p:sp>
        <p:nvSpPr>
          <p:cNvPr id="37" name="step1:text-60">
            <a:extLst xmlns:a="http://schemas.openxmlformats.org/drawingml/2006/main">
              <a:ext uri="{FF2B5EF4-FFF2-40B4-BE49-F238E27FC236}">
                <a16:creationId xmlns:a16="http://schemas.microsoft.com/office/drawing/2014/main" id="{C4F4597D-378A-4220-B17F-413B9C9A64C8}"/>
              </a:ext>
            </a:extLst>
          </p:cNvPr>
          <p:cNvSpPr>
            <a:spLocks xmlns:a="http://schemas.openxmlformats.org/drawingml/2006/main" noGrp="1"/>
          </p:cNvSpPr>
          <p:nvPr/>
        </p:nvSpPr>
        <p:spPr>
          <a:xfrm xmlns:a="http://schemas.openxmlformats.org/drawingml/2006/main">
            <a:off x="12153900" y="4648200"/>
            <a:ext cx="2209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88" b="0">
                <a:solidFill>
                  <a:srgbClr val="193E33"/>
                </a:solidFill>
                <a:latin typeface="Source Han Sans SC"/>
                <a:ea typeface="Source Han Sans SC"/>
                <a:cs typeface="Source Han Sans SC"/>
              </a:defRPr>
            </a:defPPr>
          </a:lstStyle>
          <a:p xmlns:a="http://schemas.openxmlformats.org/drawingml/2006/main">
            <a:pPr algn="l">
              <a:buNone/>
              <a:defRPr sz="1988" b="0">
                <a:solidFill>
                  <a:srgbClr val="193E33"/>
                </a:solidFill>
                <a:latin typeface="Source Han Sans SC"/>
                <a:ea typeface="Source Han Sans SC"/>
                <a:cs typeface="Source Han Sans SC"/>
              </a:defRPr>
            </a:pPr>
            <a:r>
              <a:rPr sz="1988" b="0">
                <a:solidFill>
                  <a:srgbClr val="193E33"/>
                </a:solidFill>
                <a:latin typeface="Source Han Sans SC"/>
                <a:ea typeface="Source Han Sans SC"/>
                <a:cs typeface="Source Han Sans SC"/>
                <a:hlinkClick xmlns:r="http://schemas.openxmlformats.org/officeDocument/2006/relationships" r:id="Rfeae6867154a4fbd"/>
              </a:rPr>
              <a:t>Tencent</a:t>
            </a:r>
          </a:p>
        </p:txBody>
      </p:sp>
      <p:sp>
        <p:nvSpPr>
          <p:cNvPr id="38" name="step1:text-61">
            <a:extLst xmlns:a="http://schemas.openxmlformats.org/drawingml/2006/main">
              <a:ext uri="{FF2B5EF4-FFF2-40B4-BE49-F238E27FC236}">
                <a16:creationId xmlns:a16="http://schemas.microsoft.com/office/drawing/2014/main" id="{4B0F96F3-AE4F-4CB0-A86C-104AC525B0BB}"/>
              </a:ext>
            </a:extLst>
          </p:cNvPr>
          <p:cNvSpPr>
            <a:spLocks xmlns:a="http://schemas.openxmlformats.org/drawingml/2006/main" noGrp="1"/>
          </p:cNvSpPr>
          <p:nvPr/>
        </p:nvSpPr>
        <p:spPr>
          <a:xfrm xmlns:a="http://schemas.openxmlformats.org/drawingml/2006/main">
            <a:off x="12087225" y="5086350"/>
            <a:ext cx="2362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277C65"/>
                </a:solidFill>
                <a:latin typeface="Source Han Sans SC"/>
                <a:ea typeface="Source Han Sans SC"/>
                <a:cs typeface="Source Han Sans SC"/>
              </a:defRPr>
            </a:defPPr>
          </a:lstStyle>
          <a:p xmlns:a="http://schemas.openxmlformats.org/drawingml/2006/main">
            <a:pPr algn="l">
              <a:buNone/>
              <a:defRPr sz="1725" b="0">
                <a:solidFill>
                  <a:srgbClr val="277C65"/>
                </a:solidFill>
                <a:latin typeface="Source Han Sans SC"/>
                <a:ea typeface="Source Han Sans SC"/>
                <a:cs typeface="Source Han Sans SC"/>
              </a:defRPr>
            </a:pPr>
            <a:r>
              <a:rPr sz="1725" b="0">
                <a:solidFill>
                  <a:srgbClr val="277C65"/>
                </a:solidFill>
                <a:latin typeface="Source Han Sans SC"/>
                <a:ea typeface="Source Han Sans SC"/>
                <a:cs typeface="Source Han Sans SC"/>
              </a:rPr>
              <a:t>Hunyuan</a:t>
            </a:r>
          </a:p>
        </p:txBody>
      </p:sp>
      <p:sp>
        <p:nvSpPr>
          <p:cNvPr id="39" name="step1:text-62">
            <a:extLst xmlns:a="http://schemas.openxmlformats.org/drawingml/2006/main">
              <a:ext uri="{FF2B5EF4-FFF2-40B4-BE49-F238E27FC236}">
                <a16:creationId xmlns:a16="http://schemas.microsoft.com/office/drawing/2014/main" id="{C352E226-B59A-4769-9593-9625EE23A38C}"/>
              </a:ext>
            </a:extLst>
          </p:cNvPr>
          <p:cNvSpPr>
            <a:spLocks xmlns:a="http://schemas.openxmlformats.org/drawingml/2006/main" noGrp="1"/>
          </p:cNvSpPr>
          <p:nvPr/>
        </p:nvSpPr>
        <p:spPr>
          <a:xfrm xmlns:a="http://schemas.openxmlformats.org/drawingml/2006/main">
            <a:off x="12153900" y="55626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00" b="0">
                <a:solidFill>
                  <a:srgbClr val="668176"/>
                </a:solidFill>
                <a:latin typeface="Source Han Sans SC"/>
                <a:ea typeface="Source Han Sans SC"/>
                <a:cs typeface="Source Han Sans SC"/>
              </a:defRPr>
            </a:defPPr>
          </a:lstStyle>
          <a:p xmlns:a="http://schemas.openxmlformats.org/drawingml/2006/main">
            <a:pPr algn="l">
              <a:buNone/>
              <a:defRPr sz="1200" b="0">
                <a:solidFill>
                  <a:srgbClr val="668176"/>
                </a:solidFill>
                <a:latin typeface="Source Han Sans SC"/>
                <a:ea typeface="Source Han Sans SC"/>
                <a:cs typeface="Source Han Sans SC"/>
              </a:defRPr>
            </a:pPr>
            <a:r>
              <a:rPr sz="1200" b="0">
                <a:solidFill>
                  <a:srgbClr val="668176"/>
                </a:solidFill>
                <a:latin typeface="Source Han Sans SC"/>
                <a:ea typeface="Source Han Sans SC"/>
                <a:cs typeface="Source Han Sans SC"/>
              </a:rPr>
              <a:t>Example release</a:t>
            </a:r>
          </a:p>
        </p:txBody>
      </p:sp>
      <p:sp>
        <p:nvSpPr>
          <p:cNvPr id="40" name="step1:text-63">
            <a:extLst xmlns:a="http://schemas.openxmlformats.org/drawingml/2006/main">
              <a:ext uri="{FF2B5EF4-FFF2-40B4-BE49-F238E27FC236}">
                <a16:creationId xmlns:a16="http://schemas.microsoft.com/office/drawing/2014/main" id="{EC6A5ADF-083B-4B6B-8DC0-2EC4A8626EA5}"/>
              </a:ext>
            </a:extLst>
          </p:cNvPr>
          <p:cNvSpPr>
            <a:spLocks xmlns:a="http://schemas.openxmlformats.org/drawingml/2006/main" noGrp="1"/>
          </p:cNvSpPr>
          <p:nvPr/>
        </p:nvSpPr>
        <p:spPr>
          <a:xfrm xmlns:a="http://schemas.openxmlformats.org/drawingml/2006/main">
            <a:off x="12153900" y="5781675"/>
            <a:ext cx="2324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75" b="0">
                <a:solidFill>
                  <a:srgbClr val="668176"/>
                </a:solidFill>
                <a:latin typeface="Source Han Sans SC"/>
                <a:ea typeface="Source Han Sans SC"/>
                <a:cs typeface="Source Han Sans SC"/>
              </a:defRPr>
            </a:defPPr>
          </a:lstStyle>
          <a:p xmlns:a="http://schemas.openxmlformats.org/drawingml/2006/main">
            <a:pPr algn="l">
              <a:buNone/>
              <a:defRPr sz="1275" b="0">
                <a:solidFill>
                  <a:srgbClr val="668176"/>
                </a:solidFill>
                <a:latin typeface="Source Han Sans SC"/>
                <a:ea typeface="Source Han Sans SC"/>
                <a:cs typeface="Source Han Sans SC"/>
              </a:defRPr>
            </a:pPr>
            <a:r>
              <a:rPr sz="1275" b="0">
                <a:solidFill>
                  <a:srgbClr val="668176"/>
                </a:solidFill>
                <a:latin typeface="Source Han Sans SC"/>
                <a:ea typeface="Source Han Sans SC"/>
                <a:cs typeface="Source Han Sans SC"/>
              </a:rPr>
              <a:t>Hunyuan-A13B</a:t>
            </a:r>
          </a:p>
        </p:txBody>
      </p:sp>
      <p:sp>
        <p:nvSpPr>
          <p:cNvPr id="41" name="step2:text-64">
            <a:extLst xmlns:a="http://schemas.openxmlformats.org/drawingml/2006/main">
              <a:ext uri="{FF2B5EF4-FFF2-40B4-BE49-F238E27FC236}">
                <a16:creationId xmlns:a16="http://schemas.microsoft.com/office/drawing/2014/main" id="{AC80E343-5C05-4949-AB8F-ACB435B9C089}"/>
              </a:ext>
            </a:extLst>
          </p:cNvPr>
          <p:cNvSpPr>
            <a:spLocks xmlns:a="http://schemas.openxmlformats.org/drawingml/2006/main" noGrp="1"/>
          </p:cNvSpPr>
          <p:nvPr/>
        </p:nvSpPr>
        <p:spPr>
          <a:xfrm xmlns:a="http://schemas.openxmlformats.org/drawingml/2006/main">
            <a:off x="2476500" y="63817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63" b="0">
                <a:solidFill>
                  <a:srgbClr val="193E33"/>
                </a:solidFill>
                <a:latin typeface="Source Han Sans SC"/>
                <a:ea typeface="Source Han Sans SC"/>
                <a:cs typeface="Source Han Sans SC"/>
              </a:defRPr>
            </a:defPPr>
          </a:lstStyle>
          <a:p xmlns:a="http://schemas.openxmlformats.org/drawingml/2006/main">
            <a:pPr algn="ctr">
              <a:buNone/>
              <a:defRPr sz="1763" b="0">
                <a:solidFill>
                  <a:srgbClr val="193E33"/>
                </a:solidFill>
                <a:latin typeface="Source Han Sans SC"/>
                <a:ea typeface="Source Han Sans SC"/>
                <a:cs typeface="Source Han Sans SC"/>
              </a:defRPr>
            </a:pPr>
            <a:r>
              <a:rPr sz="1763" b="0">
                <a:solidFill>
                  <a:srgbClr val="193E33"/>
                </a:solidFill>
                <a:latin typeface="Source Han Sans SC"/>
                <a:ea typeface="Source Han Sans SC"/>
                <a:cs typeface="Source Han Sans SC"/>
              </a:rPr>
              <a:t>Model capabilities</a:t>
            </a:r>
          </a:p>
        </p:txBody>
      </p:sp>
      <p:cxnSp>
        <p:nvCxnSpPr>
          <p:cNvPr id="42" name="step2:arrow-65">
            <a:extLst xmlns:a="http://schemas.openxmlformats.org/drawingml/2006/main">
              <a:ext uri="{FF2B5EF4-FFF2-40B4-BE49-F238E27FC236}">
                <a16:creationId xmlns:a16="http://schemas.microsoft.com/office/drawing/2014/main" id="{98A2859F-C2B8-4302-8379-849D3C91B778}"/>
              </a:ext>
            </a:extLst>
          </p:cNvPr>
          <p:cNvCxnSpPr/>
          <p:nvPr/>
        </p:nvCxnSpPr>
        <p:spPr>
          <a:xfrm xmlns:a="http://schemas.openxmlformats.org/drawingml/2006/main">
            <a:off x="4572000" y="6619875"/>
            <a:ext cx="790575" cy="0"/>
          </a:xfrm>
          <a:prstGeom xmlns:a="http://schemas.openxmlformats.org/drawingml/2006/main" prst="straightConnector1">
            <a:avLst/>
          </a:prstGeom>
          <a:ln xmlns:a="http://schemas.openxmlformats.org/drawingml/2006/main" w="20955">
            <a:solidFill>
              <a:srgbClr val="277C65"/>
            </a:solidFill>
            <a:tailEnd type="triangle" w="med" len="med"/>
          </a:ln>
        </p:spPr>
      </p:cxnSp>
      <p:sp>
        <p:nvSpPr>
          <p:cNvPr id="43" name="step2:panel-66">
            <a:extLst xmlns:a="http://schemas.openxmlformats.org/drawingml/2006/main">
              <a:ext uri="{FF2B5EF4-FFF2-40B4-BE49-F238E27FC236}">
                <a16:creationId xmlns:a16="http://schemas.microsoft.com/office/drawing/2014/main" id="{65D38A33-2386-4061-A33D-E5EC031606C5}"/>
              </a:ext>
            </a:extLst>
          </p:cNvPr>
          <p:cNvSpPr>
            <a:spLocks xmlns:a="http://schemas.openxmlformats.org/drawingml/2006/main" noGrp="1"/>
          </p:cNvSpPr>
          <p:nvPr/>
        </p:nvSpPr>
        <p:spPr>
          <a:xfrm xmlns:a="http://schemas.openxmlformats.org/drawingml/2006/main">
            <a:off x="5524500" y="6334125"/>
            <a:ext cx="4191000" cy="590550"/>
          </a:xfrm>
          <a:prstGeom xmlns:a="http://schemas.openxmlformats.org/drawingml/2006/main" prst="rect">
            <a:avLst/>
          </a:prstGeom>
          <a:solidFill xmlns:a="http://schemas.openxmlformats.org/drawingml/2006/main">
            <a:srgbClr val="E5EDDE"/>
          </a:solidFill>
          <a:ln xmlns:a="http://schemas.openxmlformats.org/drawingml/2006/main" w="9525">
            <a:solidFill>
              <a:srgbClr val="D6DFD3"/>
            </a:solidFill>
            <a:prstDash val="solid"/>
          </a:ln>
        </p:spPr>
      </p:sp>
      <p:sp>
        <p:nvSpPr>
          <p:cNvPr id="44" name="step2:text-67">
            <a:extLst xmlns:a="http://schemas.openxmlformats.org/drawingml/2006/main">
              <a:ext uri="{FF2B5EF4-FFF2-40B4-BE49-F238E27FC236}">
                <a16:creationId xmlns:a16="http://schemas.microsoft.com/office/drawing/2014/main" id="{A0795BFB-601C-4A2A-860D-669769827A67}"/>
              </a:ext>
            </a:extLst>
          </p:cNvPr>
          <p:cNvSpPr>
            <a:spLocks xmlns:a="http://schemas.openxmlformats.org/drawingml/2006/main" noGrp="1"/>
          </p:cNvSpPr>
          <p:nvPr/>
        </p:nvSpPr>
        <p:spPr>
          <a:xfrm xmlns:a="http://schemas.openxmlformats.org/drawingml/2006/main">
            <a:off x="5524500" y="6381750"/>
            <a:ext cx="419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100" b="0">
                <a:solidFill>
                  <a:srgbClr val="193E33"/>
                </a:solidFill>
                <a:latin typeface="Source Han Sans SC"/>
                <a:ea typeface="Source Han Sans SC"/>
                <a:cs typeface="Source Han Sans SC"/>
              </a:defRPr>
            </a:defPPr>
          </a:lstStyle>
          <a:p xmlns:a="http://schemas.openxmlformats.org/drawingml/2006/main">
            <a:pPr algn="ctr">
              <a:buNone/>
              <a:defRPr sz="2100" b="0">
                <a:solidFill>
                  <a:srgbClr val="193E33"/>
                </a:solidFill>
                <a:latin typeface="Source Han Sans SC"/>
                <a:ea typeface="Source Han Sans SC"/>
                <a:cs typeface="Source Han Sans SC"/>
              </a:defRPr>
            </a:pPr>
            <a:r>
              <a:rPr sz="2100" b="0">
                <a:solidFill>
                  <a:srgbClr val="193E33"/>
                </a:solidFill>
                <a:latin typeface="Source Han Sans SC"/>
                <a:ea typeface="Source Han Sans SC"/>
                <a:cs typeface="Source Han Sans SC"/>
              </a:rPr>
              <a:t>Developers build and adapt</a:t>
            </a:r>
          </a:p>
        </p:txBody>
      </p:sp>
      <p:cxnSp>
        <p:nvCxnSpPr>
          <p:cNvPr id="45" name="step2:arrow-68">
            <a:extLst xmlns:a="http://schemas.openxmlformats.org/drawingml/2006/main">
              <a:ext uri="{FF2B5EF4-FFF2-40B4-BE49-F238E27FC236}">
                <a16:creationId xmlns:a16="http://schemas.microsoft.com/office/drawing/2014/main" id="{90309C08-6C54-4D7A-A39B-0E6C8F6E41F8}"/>
              </a:ext>
            </a:extLst>
          </p:cNvPr>
          <p:cNvCxnSpPr/>
          <p:nvPr/>
        </p:nvCxnSpPr>
        <p:spPr>
          <a:xfrm xmlns:a="http://schemas.openxmlformats.org/drawingml/2006/main">
            <a:off x="9906000" y="6619875"/>
            <a:ext cx="809625" cy="0"/>
          </a:xfrm>
          <a:prstGeom xmlns:a="http://schemas.openxmlformats.org/drawingml/2006/main" prst="straightConnector1">
            <a:avLst/>
          </a:prstGeom>
          <a:ln xmlns:a="http://schemas.openxmlformats.org/drawingml/2006/main" w="20955">
            <a:solidFill>
              <a:srgbClr val="277C65"/>
            </a:solidFill>
            <a:tailEnd type="triangle" w="med" len="med"/>
          </a:ln>
        </p:spPr>
      </p:cxnSp>
      <p:sp>
        <p:nvSpPr>
          <p:cNvPr id="46" name="step2:text-69">
            <a:extLst xmlns:a="http://schemas.openxmlformats.org/drawingml/2006/main">
              <a:ext uri="{FF2B5EF4-FFF2-40B4-BE49-F238E27FC236}">
                <a16:creationId xmlns:a16="http://schemas.microsoft.com/office/drawing/2014/main" id="{4EB73313-34CA-40B1-9F63-EE7CABD6CF69}"/>
              </a:ext>
            </a:extLst>
          </p:cNvPr>
          <p:cNvSpPr>
            <a:spLocks xmlns:a="http://schemas.openxmlformats.org/drawingml/2006/main" noGrp="1"/>
          </p:cNvSpPr>
          <p:nvPr/>
        </p:nvSpPr>
        <p:spPr>
          <a:xfrm xmlns:a="http://schemas.openxmlformats.org/drawingml/2006/main">
            <a:off x="10858500" y="638175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100" b="0">
                <a:solidFill>
                  <a:srgbClr val="193E33"/>
                </a:solidFill>
                <a:latin typeface="Source Han Sans SC"/>
                <a:ea typeface="Source Han Sans SC"/>
                <a:cs typeface="Source Han Sans SC"/>
              </a:defRPr>
            </a:defPPr>
          </a:lstStyle>
          <a:p xmlns:a="http://schemas.openxmlformats.org/drawingml/2006/main">
            <a:pPr algn="ctr">
              <a:buNone/>
              <a:defRPr sz="2100" b="0">
                <a:solidFill>
                  <a:srgbClr val="193E33"/>
                </a:solidFill>
                <a:latin typeface="Source Han Sans SC"/>
                <a:ea typeface="Source Han Sans SC"/>
                <a:cs typeface="Source Han Sans SC"/>
              </a:defRPr>
            </a:pPr>
            <a:r>
              <a:rPr sz="2100" b="0">
                <a:solidFill>
                  <a:srgbClr val="193E33"/>
                </a:solidFill>
                <a:latin typeface="Source Han Sans SC"/>
                <a:ea typeface="Source Han Sans SC"/>
                <a:cs typeface="Source Han Sans SC"/>
              </a:rPr>
              <a:t>Real settings</a:t>
            </a:r>
          </a:p>
        </p:txBody>
      </p:sp>
      <p:sp>
        <p:nvSpPr>
          <p:cNvPr id="47" name="text-70">
            <a:extLst xmlns:a="http://schemas.openxmlformats.org/drawingml/2006/main">
              <a:ext uri="{FF2B5EF4-FFF2-40B4-BE49-F238E27FC236}">
                <a16:creationId xmlns:a16="http://schemas.microsoft.com/office/drawing/2014/main" id="{6C989FE1-73FF-4630-AADD-115B69358EFF}"/>
              </a:ext>
            </a:extLst>
          </p:cNvPr>
          <p:cNvSpPr>
            <a:spLocks xmlns:a="http://schemas.openxmlformats.org/drawingml/2006/main" noGrp="1"/>
          </p:cNvSpPr>
          <p:nvPr/>
        </p:nvSpPr>
        <p:spPr>
          <a:xfrm xmlns:a="http://schemas.openxmlformats.org/drawingml/2006/main">
            <a:off x="704850" y="7191375"/>
            <a:ext cx="1390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277C65"/>
                </a:solidFill>
                <a:latin typeface="Source Han Sans SC"/>
                <a:ea typeface="Source Han Sans SC"/>
                <a:cs typeface="Source Han Sans SC"/>
              </a:defRPr>
            </a:defPPr>
          </a:lstStyle>
          <a:p xmlns:a="http://schemas.openxmlformats.org/drawingml/2006/main">
            <a:pPr algn="l">
              <a:buNone/>
              <a:defRPr sz="2250" b="1">
                <a:solidFill>
                  <a:srgbClr val="277C65"/>
                </a:solidFill>
                <a:latin typeface="Source Han Sans SC"/>
                <a:ea typeface="Source Han Sans SC"/>
                <a:cs typeface="Source Han Sans SC"/>
              </a:defRPr>
            </a:pPr>
            <a:r>
              <a:rPr sz="2250" b="1">
                <a:solidFill>
                  <a:srgbClr val="277C65"/>
                </a:solidFill>
                <a:latin typeface="Source Han Sans SC"/>
                <a:ea typeface="Source Han Sans SC"/>
                <a:cs typeface="Source Han Sans SC"/>
              </a:rPr>
              <a:t>More people can learn, build and improve.</a:t>
            </a:r>
          </a:p>
        </p:txBody>
      </p:sp>
      <p:sp>
        <p:nvSpPr>
          <p:cNvPr id="48" name="text-71">
            <a:extLst xmlns:a="http://schemas.openxmlformats.org/drawingml/2006/main">
              <a:ext uri="{FF2B5EF4-FFF2-40B4-BE49-F238E27FC236}">
                <a16:creationId xmlns:a16="http://schemas.microsoft.com/office/drawing/2014/main" id="{06226ACF-FD30-4739-9DD2-B8E7455FBACA}"/>
              </a:ext>
            </a:extLst>
          </p:cNvPr>
          <p:cNvSpPr>
            <a:spLocks xmlns:a="http://schemas.openxmlformats.org/drawingml/2006/main" noGrp="1"/>
          </p:cNvSpPr>
          <p:nvPr/>
        </p:nvSpPr>
        <p:spPr>
          <a:xfrm xmlns:a="http://schemas.openxmlformats.org/drawingml/2006/main">
            <a:off x="704850" y="7715250"/>
            <a:ext cx="1381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75" b="0">
                <a:solidFill>
                  <a:srgbClr val="668176"/>
                </a:solidFill>
                <a:latin typeface="Source Han Sans SC"/>
                <a:ea typeface="Source Han Sans SC"/>
                <a:cs typeface="Source Han Sans SC"/>
              </a:defRPr>
            </a:defPPr>
          </a:lstStyle>
          <a:p xmlns:a="http://schemas.openxmlformats.org/drawingml/2006/main">
            <a:pPr algn="l">
              <a:buNone/>
              <a:defRPr sz="1275" b="0">
                <a:solidFill>
                  <a:srgbClr val="668176"/>
                </a:solidFill>
                <a:latin typeface="Source Han Sans SC"/>
                <a:ea typeface="Source Han Sans SC"/>
                <a:cs typeface="Source Han Sans SC"/>
              </a:defRPr>
            </a:pPr>
            <a:r>
              <a:rPr sz="1275" b="0">
                <a:solidFill>
                  <a:srgbClr val="668176"/>
                </a:solidFill>
                <a:latin typeface="Source Han Sans SC"/>
                <a:ea typeface="Source Han Sans SC"/>
                <a:cs typeface="Source Han Sans SC"/>
              </a:rPr>
              <a:t>Examples, not a ranking. Licenses vary by release. No endorsement is implied.</a:t>
            </a:r>
          </a:p>
        </p:txBody>
      </p:sp>
    </p:spTree>
    <p:extLst>
      <p:ext uri="{BB962C8B-B14F-4D97-AF65-F5344CB8AC3E}">
        <p14:creationId xmlns:p14="http://schemas.microsoft.com/office/powerpoint/2010/main" val="1636334469"/>
      </p:ext>
    </p:extLst>
  </p:cSld>
</p:sld>
</file>

<file path=ppt/slides/slide4.xml><?xml version="1.0" encoding="utf-8"?>
<p:sld xmlns:p="http://schemas.openxmlformats.org/presentationml/2006/main">
  <p:cSld>
    <p:bg>
      <p:bgPr>
        <a:solidFill xmlns:a="http://schemas.openxmlformats.org/drawingml/2006/main">
          <a:srgbClr val="F3F5EE"/>
        </a:solidFill>
      </p:bgPr>
    </p:bg>
    <p:spTree>
      <p:nvGrpSpPr>
        <p:cNvPr id="1" name=""/>
        <p:cNvGrpSpPr/>
        <p:nvPr/>
      </p:nvGrpSpPr>
      <p:grpSpPr>
        <a:xfrm xmlns:a="http://schemas.openxmlformats.org/drawingml/2006/main"/>
      </p:grpSpPr>
      <p:sp>
        <p:nvSpPr>
          <p:cNvPr id="35" name="panel-72">
            <a:extLst xmlns:a="http://schemas.openxmlformats.org/drawingml/2006/main">
              <a:ext uri="{FF2B5EF4-FFF2-40B4-BE49-F238E27FC236}">
                <a16:creationId xmlns:a16="http://schemas.microsoft.com/office/drawing/2014/main" id="{AC217E7C-294F-47D6-B297-55C7C1B2B651}"/>
              </a:ext>
            </a:extLst>
          </p:cNvPr>
          <p:cNvSpPr>
            <a:spLocks xmlns:a="http://schemas.openxmlformats.org/drawingml/2006/main" noGrp="1"/>
          </p:cNvSpPr>
          <p:nvPr/>
        </p:nvSpPr>
        <p:spPr>
          <a:xfrm xmlns:a="http://schemas.openxmlformats.org/drawingml/2006/main">
            <a:off x="0" y="0"/>
            <a:ext cx="15240000" cy="742950"/>
          </a:xfrm>
          <a:prstGeom xmlns:a="http://schemas.openxmlformats.org/drawingml/2006/main" prst="rect">
            <a:avLst/>
          </a:prstGeom>
          <a:solidFill xmlns:a="http://schemas.openxmlformats.org/drawingml/2006/main">
            <a:srgbClr val="102C25"/>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FE958652-F4A7-4711-AF0E-294FCC2459E2}"/>
              </a:ext>
            </a:extLst>
          </p:cNvPr>
          <p:cNvPicPr>
            <a:picLocks xmlns:a="http://schemas.openxmlformats.org/drawingml/2006/main" noChangeAspect="1"/>
          </p:cNvPicPr>
          <p:nvPr/>
        </p:nvPicPr>
        <p:blipFill>
          <a:blip xmlns:r="http://schemas.openxmlformats.org/officeDocument/2006/relationships" xmlns:a="http://schemas.openxmlformats.org/drawingml/2006/main" r:embed="R56b8e5a05a574ada"/>
          <a:stretch xmlns:a="http://schemas.openxmlformats.org/drawingml/2006/main"/>
        </p:blipFill>
        <p:spPr>
          <a:xfrm xmlns:a="http://schemas.openxmlformats.org/drawingml/2006/main">
            <a:off x="966734" y="152400"/>
            <a:ext cx="1057383" cy="457200"/>
          </a:xfrm>
          <a:prstGeom xmlns:a="http://schemas.openxmlformats.org/drawingml/2006/main" prst="rect">
            <a:avLst/>
          </a:prstGeom>
        </p:spPr>
      </p:pic>
      <p:sp>
        <p:nvSpPr>
          <p:cNvPr id="3" name="text-73">
            <a:extLst xmlns:a="http://schemas.openxmlformats.org/drawingml/2006/main">
              <a:ext uri="{FF2B5EF4-FFF2-40B4-BE49-F238E27FC236}">
                <a16:creationId xmlns:a16="http://schemas.microsoft.com/office/drawing/2014/main" id="{24DD7564-524E-4B2C-B442-A037ADBA6931}"/>
              </a:ext>
            </a:extLst>
          </p:cNvPr>
          <p:cNvSpPr>
            <a:spLocks xmlns:a="http://schemas.openxmlformats.org/drawingml/2006/main" noGrp="1"/>
          </p:cNvSpPr>
          <p:nvPr/>
        </p:nvSpPr>
        <p:spPr>
          <a:xfrm xmlns:a="http://schemas.openxmlformats.org/drawingml/2006/main">
            <a:off x="2667000" y="2095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75" b="0">
                <a:solidFill>
                  <a:srgbClr val="AFC5B6"/>
                </a:solidFill>
                <a:latin typeface="Source Han Sans SC"/>
                <a:ea typeface="Source Han Sans SC"/>
                <a:cs typeface="Source Han Sans SC"/>
              </a:defRPr>
            </a:defPPr>
          </a:lstStyle>
          <a:p xmlns:a="http://schemas.openxmlformats.org/drawingml/2006/main">
            <a:pPr algn="l">
              <a:buNone/>
              <a:defRPr sz="1275" b="0">
                <a:solidFill>
                  <a:srgbClr val="AFC5B6"/>
                </a:solidFill>
                <a:latin typeface="Source Han Sans SC"/>
                <a:ea typeface="Source Han Sans SC"/>
                <a:cs typeface="Source Han Sans SC"/>
              </a:defRPr>
            </a:pPr>
            <a:r>
              <a:rPr sz="1275" b="0">
                <a:solidFill>
                  <a:srgbClr val="AFC5B6"/>
                </a:solidFill>
                <a:latin typeface="Source Han Sans SC"/>
                <a:ea typeface="Source Han Sans SC"/>
                <a:cs typeface="Source Han Sans SC"/>
              </a:rPr>
              <a:t>AI FOR ALL</a:t>
            </a:r>
          </a:p>
        </p:txBody>
      </p:sp>
      <p:sp>
        <p:nvSpPr>
          <p:cNvPr id="4" name="text-74">
            <a:extLst xmlns:a="http://schemas.openxmlformats.org/drawingml/2006/main">
              <a:ext uri="{FF2B5EF4-FFF2-40B4-BE49-F238E27FC236}">
                <a16:creationId xmlns:a16="http://schemas.microsoft.com/office/drawing/2014/main" id="{DF2B49CA-3E53-4DC6-971C-33FACF36C272}"/>
              </a:ext>
            </a:extLst>
          </p:cNvPr>
          <p:cNvSpPr>
            <a:spLocks xmlns:a="http://schemas.openxmlformats.org/drawingml/2006/main" noGrp="1"/>
          </p:cNvSpPr>
          <p:nvPr/>
        </p:nvSpPr>
        <p:spPr>
          <a:xfrm xmlns:a="http://schemas.openxmlformats.org/drawingml/2006/main">
            <a:off x="13239750" y="209550"/>
            <a:ext cx="1295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425" b="0">
                <a:solidFill>
                  <a:srgbClr val="AFC5B6"/>
                </a:solidFill>
                <a:latin typeface="Source Han Sans SC"/>
                <a:ea typeface="Source Han Sans SC"/>
                <a:cs typeface="Source Han Sans SC"/>
              </a:defRPr>
            </a:defPPr>
          </a:lstStyle>
          <a:p xmlns:a="http://schemas.openxmlformats.org/drawingml/2006/main">
            <a:pPr algn="r">
              <a:buNone/>
              <a:defRPr sz="1425" b="0">
                <a:solidFill>
                  <a:srgbClr val="AFC5B6"/>
                </a:solidFill>
                <a:latin typeface="Source Han Sans SC"/>
                <a:ea typeface="Source Han Sans SC"/>
                <a:cs typeface="Source Han Sans SC"/>
              </a:defRPr>
            </a:pPr>
            <a:r>
              <a:rPr sz="1425" b="0">
                <a:solidFill>
                  <a:srgbClr val="AFC5B6"/>
                </a:solidFill>
                <a:latin typeface="Source Han Sans SC"/>
                <a:ea typeface="Source Han Sans SC"/>
                <a:cs typeface="Source Han Sans SC"/>
              </a:rPr>
              <a:t>04 / 10</a:t>
            </a:r>
          </a:p>
        </p:txBody>
      </p:sp>
      <p:sp>
        <p:nvSpPr>
          <p:cNvPr id="5" name="text-75">
            <a:extLst xmlns:a="http://schemas.openxmlformats.org/drawingml/2006/main">
              <a:ext uri="{FF2B5EF4-FFF2-40B4-BE49-F238E27FC236}">
                <a16:creationId xmlns:a16="http://schemas.microsoft.com/office/drawing/2014/main" id="{3AE2F691-4558-4FBD-81E5-8D95F92FEC98}"/>
              </a:ext>
            </a:extLst>
          </p:cNvPr>
          <p:cNvSpPr>
            <a:spLocks xmlns:a="http://schemas.openxmlformats.org/drawingml/2006/main" noGrp="1"/>
          </p:cNvSpPr>
          <p:nvPr/>
        </p:nvSpPr>
        <p:spPr>
          <a:xfrm xmlns:a="http://schemas.openxmlformats.org/drawingml/2006/main">
            <a:off x="704850" y="97155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668176"/>
                </a:solidFill>
                <a:latin typeface="Source Han Sans SC"/>
                <a:ea typeface="Source Han Sans SC"/>
                <a:cs typeface="Source Han Sans SC"/>
              </a:defRPr>
            </a:defPPr>
          </a:lstStyle>
          <a:p xmlns:a="http://schemas.openxmlformats.org/drawingml/2006/main">
            <a:pPr algn="l">
              <a:buNone/>
              <a:defRPr sz="1350" b="0">
                <a:solidFill>
                  <a:srgbClr val="668176"/>
                </a:solidFill>
                <a:latin typeface="Source Han Sans SC"/>
                <a:ea typeface="Source Han Sans SC"/>
                <a:cs typeface="Source Han Sans SC"/>
              </a:defRPr>
            </a:pPr>
            <a:r>
              <a:rPr sz="1350" b="0">
                <a:solidFill>
                  <a:srgbClr val="668176"/>
                </a:solidFill>
                <a:latin typeface="Source Han Sans SC"/>
                <a:ea typeface="Source Han Sans SC"/>
                <a:cs typeface="Source Han Sans SC"/>
              </a:rPr>
              <a:t>Two forces</a:t>
            </a:r>
          </a:p>
        </p:txBody>
      </p:sp>
      <p:sp>
        <p:nvSpPr>
          <p:cNvPr id="6" name="text-76">
            <a:extLst xmlns:a="http://schemas.openxmlformats.org/drawingml/2006/main">
              <a:ext uri="{FF2B5EF4-FFF2-40B4-BE49-F238E27FC236}">
                <a16:creationId xmlns:a16="http://schemas.microsoft.com/office/drawing/2014/main" id="{2A12B53D-42B0-4207-AAF3-FCCA2D7F1C1C}"/>
              </a:ext>
            </a:extLst>
          </p:cNvPr>
          <p:cNvSpPr>
            <a:spLocks xmlns:a="http://schemas.openxmlformats.org/drawingml/2006/main" noGrp="1"/>
          </p:cNvSpPr>
          <p:nvPr/>
        </p:nvSpPr>
        <p:spPr>
          <a:xfrm xmlns:a="http://schemas.openxmlformats.org/drawingml/2006/main">
            <a:off x="685800" y="1381125"/>
            <a:ext cx="13868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93E33"/>
                </a:solidFill>
                <a:latin typeface="Source Han Sans SC"/>
                <a:ea typeface="Source Han Sans SC"/>
                <a:cs typeface="Source Han Sans SC"/>
              </a:defRPr>
            </a:defPPr>
          </a:lstStyle>
          <a:p xmlns:a="http://schemas.openxmlformats.org/drawingml/2006/main">
            <a:pPr algn="l">
              <a:buNone/>
              <a:defRPr sz="3600" b="1">
                <a:solidFill>
                  <a:srgbClr val="193E33"/>
                </a:solidFill>
                <a:latin typeface="Source Han Sans SC"/>
                <a:ea typeface="Source Han Sans SC"/>
                <a:cs typeface="Source Han Sans SC"/>
              </a:defRPr>
            </a:pPr>
            <a:r>
              <a:rPr sz="3600" b="1">
                <a:solidFill>
                  <a:srgbClr val="193E33"/>
                </a:solidFill>
                <a:latin typeface="Source Han Sans SC"/>
                <a:ea typeface="Source Han Sans SC"/>
                <a:cs typeface="Source Han Sans SC"/>
              </a:rPr>
              <a:t>Two forces reinforcing each other</a:t>
            </a:r>
          </a:p>
        </p:txBody>
      </p:sp>
      <p:sp>
        <p:nvSpPr>
          <p:cNvPr id="7" name="text-77">
            <a:extLst xmlns:a="http://schemas.openxmlformats.org/drawingml/2006/main">
              <a:ext uri="{FF2B5EF4-FFF2-40B4-BE49-F238E27FC236}">
                <a16:creationId xmlns:a16="http://schemas.microsoft.com/office/drawing/2014/main" id="{BE72F92F-5B13-4A82-A783-F51AAB554ABB}"/>
              </a:ext>
            </a:extLst>
          </p:cNvPr>
          <p:cNvSpPr>
            <a:spLocks xmlns:a="http://schemas.openxmlformats.org/drawingml/2006/main" noGrp="1"/>
          </p:cNvSpPr>
          <p:nvPr/>
        </p:nvSpPr>
        <p:spPr>
          <a:xfrm xmlns:a="http://schemas.openxmlformats.org/drawingml/2006/main">
            <a:off x="704850" y="2152650"/>
            <a:ext cx="1381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668176"/>
                </a:solidFill>
                <a:latin typeface="Source Han Sans SC"/>
                <a:ea typeface="Source Han Sans SC"/>
                <a:cs typeface="Source Han Sans SC"/>
              </a:defRPr>
            </a:defPPr>
          </a:lstStyle>
          <a:p xmlns:a="http://schemas.openxmlformats.org/drawingml/2006/main">
            <a:pPr algn="l">
              <a:buNone/>
              <a:defRPr sz="1800" b="0">
                <a:solidFill>
                  <a:srgbClr val="668176"/>
                </a:solidFill>
                <a:latin typeface="Source Han Sans SC"/>
                <a:ea typeface="Source Han Sans SC"/>
                <a:cs typeface="Source Han Sans SC"/>
              </a:defRPr>
            </a:pPr>
            <a:r>
              <a:rPr sz="1800" b="0">
                <a:solidFill>
                  <a:srgbClr val="668176"/>
                </a:solidFill>
                <a:latin typeface="Source Han Sans SC"/>
                <a:ea typeface="Source Han Sans SC"/>
                <a:cs typeface="Source Han Sans SC"/>
              </a:rPr>
              <a:t>Accessible technology opens the door; people turn it into useful applications.</a:t>
            </a:r>
          </a:p>
        </p:txBody>
      </p:sp>
      <p:sp>
        <p:nvSpPr>
          <p:cNvPr id="8" name="line-78">
            <a:extLst xmlns:a="http://schemas.openxmlformats.org/drawingml/2006/main">
              <a:ext uri="{FF2B5EF4-FFF2-40B4-BE49-F238E27FC236}">
                <a16:creationId xmlns:a16="http://schemas.microsoft.com/office/drawing/2014/main" id="{BF6580A9-1DF3-45A1-A39F-AF510FE408B3}"/>
              </a:ext>
            </a:extLst>
          </p:cNvPr>
          <p:cNvSpPr>
            <a:spLocks xmlns:a="http://schemas.openxmlformats.org/drawingml/2006/main" noGrp="1"/>
          </p:cNvSpPr>
          <p:nvPr/>
        </p:nvSpPr>
        <p:spPr>
          <a:xfrm xmlns:a="http://schemas.openxmlformats.org/drawingml/2006/main">
            <a:off x="685800" y="8058150"/>
            <a:ext cx="13868400" cy="0"/>
          </a:xfrm>
          <a:prstGeom xmlns:a="http://schemas.openxmlformats.org/drawingml/2006/main" prst="line">
            <a:avLst/>
          </a:prstGeom>
          <a:noFill xmlns:a="http://schemas.openxmlformats.org/drawingml/2006/main"/>
          <a:ln xmlns:a="http://schemas.openxmlformats.org/drawingml/2006/main" w="9525">
            <a:solidFill>
              <a:srgbClr val="D6DFD3"/>
            </a:solidFill>
            <a:prstDash val="solid"/>
          </a:ln>
        </p:spPr>
      </p:sp>
      <p:sp>
        <p:nvSpPr>
          <p:cNvPr id="9" name="text-79">
            <a:extLst xmlns:a="http://schemas.openxmlformats.org/drawingml/2006/main">
              <a:ext uri="{FF2B5EF4-FFF2-40B4-BE49-F238E27FC236}">
                <a16:creationId xmlns:a16="http://schemas.microsoft.com/office/drawing/2014/main" id="{26427C46-3E50-4E83-A005-EE0F0A7D5DCC}"/>
              </a:ext>
            </a:extLst>
          </p:cNvPr>
          <p:cNvSpPr>
            <a:spLocks xmlns:a="http://schemas.openxmlformats.org/drawingml/2006/main" noGrp="1"/>
          </p:cNvSpPr>
          <p:nvPr/>
        </p:nvSpPr>
        <p:spPr>
          <a:xfrm xmlns:a="http://schemas.openxmlformats.org/drawingml/2006/main">
            <a:off x="704850" y="81724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25" b="0">
                <a:solidFill>
                  <a:srgbClr val="668176"/>
                </a:solidFill>
                <a:latin typeface="Source Han Sans SC"/>
                <a:ea typeface="Source Han Sans SC"/>
                <a:cs typeface="Source Han Sans SC"/>
              </a:defRPr>
            </a:defPPr>
          </a:lstStyle>
          <a:p xmlns:a="http://schemas.openxmlformats.org/drawingml/2006/main">
            <a:pPr algn="l">
              <a:buNone/>
              <a:defRPr sz="1125" b="0">
                <a:solidFill>
                  <a:srgbClr val="668176"/>
                </a:solidFill>
                <a:latin typeface="Source Han Sans SC"/>
                <a:ea typeface="Source Han Sans SC"/>
                <a:cs typeface="Source Han Sans SC"/>
              </a:defRPr>
            </a:pPr>
            <a:r>
              <a:rPr sz="1125" b="0">
                <a:solidFill>
                  <a:srgbClr val="668176"/>
                </a:solidFill>
                <a:latin typeface="Source Han Sans SC"/>
                <a:ea typeface="Source Han Sans SC"/>
                <a:cs typeface="Source Han Sans SC"/>
              </a:rPr>
              <a:t>AI for All Manifesto</a:t>
            </a:r>
          </a:p>
        </p:txBody>
      </p:sp>
      <p:sp>
        <p:nvSpPr>
          <p:cNvPr id="10" name="text-80">
            <a:extLst xmlns:a="http://schemas.openxmlformats.org/drawingml/2006/main">
              <a:ext uri="{FF2B5EF4-FFF2-40B4-BE49-F238E27FC236}">
                <a16:creationId xmlns:a16="http://schemas.microsoft.com/office/drawing/2014/main" id="{6EEF8C27-4871-4494-AC50-84B8FE998A1F}"/>
              </a:ext>
            </a:extLst>
          </p:cNvPr>
          <p:cNvSpPr>
            <a:spLocks xmlns:a="http://schemas.openxmlformats.org/drawingml/2006/main" noGrp="1"/>
          </p:cNvSpPr>
          <p:nvPr/>
        </p:nvSpPr>
        <p:spPr>
          <a:xfrm xmlns:a="http://schemas.openxmlformats.org/drawingml/2006/main">
            <a:off x="12192000" y="8172450"/>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125" b="0">
                <a:solidFill>
                  <a:srgbClr val="668176"/>
                </a:solidFill>
                <a:latin typeface="Source Han Sans SC"/>
                <a:ea typeface="Source Han Sans SC"/>
                <a:cs typeface="Source Han Sans SC"/>
              </a:defRPr>
            </a:defPPr>
          </a:lstStyle>
          <a:p xmlns:a="http://schemas.openxmlformats.org/drawingml/2006/main">
            <a:pPr algn="r">
              <a:buNone/>
              <a:defRPr sz="1125" b="0">
                <a:solidFill>
                  <a:srgbClr val="668176"/>
                </a:solidFill>
                <a:latin typeface="Source Han Sans SC"/>
                <a:ea typeface="Source Han Sans SC"/>
                <a:cs typeface="Source Han Sans SC"/>
              </a:defRPr>
            </a:pPr>
            <a:r>
              <a:rPr sz="1125" b="0">
                <a:solidFill>
                  <a:srgbClr val="668176"/>
                </a:solidFill>
                <a:latin typeface="Source Han Sans SC"/>
                <a:ea typeface="Source Han Sans SC"/>
                <a:cs typeface="Source Han Sans SC"/>
              </a:rPr>
              <a:t>X-lab AI</a:t>
            </a:r>
          </a:p>
        </p:txBody>
      </p:sp>
      <p:sp>
        <p:nvSpPr>
          <p:cNvPr id="11" name="step1:panel-81">
            <a:extLst xmlns:a="http://schemas.openxmlformats.org/drawingml/2006/main">
              <a:ext uri="{FF2B5EF4-FFF2-40B4-BE49-F238E27FC236}">
                <a16:creationId xmlns:a16="http://schemas.microsoft.com/office/drawing/2014/main" id="{49CE3A04-1EA1-44D6-B833-31C1B4EB5172}"/>
              </a:ext>
            </a:extLst>
          </p:cNvPr>
          <p:cNvSpPr>
            <a:spLocks xmlns:a="http://schemas.openxmlformats.org/drawingml/2006/main" noGrp="1"/>
          </p:cNvSpPr>
          <p:nvPr/>
        </p:nvSpPr>
        <p:spPr>
          <a:xfrm xmlns:a="http://schemas.openxmlformats.org/drawingml/2006/main">
            <a:off x="685800" y="2952750"/>
            <a:ext cx="6048375" cy="3381375"/>
          </a:xfrm>
          <a:prstGeom xmlns:a="http://schemas.openxmlformats.org/drawingml/2006/main" prst="roundRect">
            <a:avLst>
              <a:gd name="adj" fmla="val 1690"/>
            </a:avLst>
          </a:prstGeom>
          <a:solidFill xmlns:a="http://schemas.openxmlformats.org/drawingml/2006/main">
            <a:srgbClr val="E7EFDD"/>
          </a:solidFill>
          <a:ln xmlns:a="http://schemas.openxmlformats.org/drawingml/2006/main" w="9525">
            <a:solidFill>
              <a:srgbClr val="D6DFD3"/>
            </a:solidFill>
            <a:prstDash val="solid"/>
          </a:ln>
        </p:spPr>
      </p:sp>
      <p:pic>
        <p:nvPicPr>
          <p:cNvPr id="12" name="">
            <a:extLst xmlns:a="http://schemas.openxmlformats.org/drawingml/2006/main">
              <a:ext uri="{FF2B5EF4-FFF2-40B4-BE49-F238E27FC236}">
                <a16:creationId xmlns:a16="http://schemas.microsoft.com/office/drawing/2014/main" id="{532D2D81-20A7-4E1B-BB69-AC2FF9B2C782}"/>
              </a:ext>
            </a:extLst>
          </p:cNvPr>
          <p:cNvPicPr>
            <a:picLocks xmlns:a="http://schemas.openxmlformats.org/drawingml/2006/main" noChangeAspect="1"/>
          </p:cNvPicPr>
          <p:nvPr/>
        </p:nvPicPr>
        <p:blipFill>
          <a:blip xmlns:r="http://schemas.openxmlformats.org/officeDocument/2006/relationships" xmlns:a="http://schemas.openxmlformats.org/drawingml/2006/main" r:embed="R4d668e5b636f4933"/>
          <a:stretch xmlns:a="http://schemas.openxmlformats.org/drawingml/2006/main"/>
        </p:blipFill>
        <p:spPr>
          <a:xfrm xmlns:a="http://schemas.openxmlformats.org/drawingml/2006/main">
            <a:off x="5848350" y="3248025"/>
            <a:ext cx="523875" cy="523875"/>
          </a:xfrm>
          <a:prstGeom xmlns:a="http://schemas.openxmlformats.org/drawingml/2006/main" prst="rect">
            <a:avLst/>
          </a:prstGeom>
        </p:spPr>
      </p:pic>
      <p:sp>
        <p:nvSpPr>
          <p:cNvPr id="13" name="step1:text-82">
            <a:extLst xmlns:a="http://schemas.openxmlformats.org/drawingml/2006/main">
              <a:ext uri="{FF2B5EF4-FFF2-40B4-BE49-F238E27FC236}">
                <a16:creationId xmlns:a16="http://schemas.microsoft.com/office/drawing/2014/main" id="{6E0D4E5B-F525-4141-96E2-E79E595B7F23}"/>
              </a:ext>
            </a:extLst>
          </p:cNvPr>
          <p:cNvSpPr>
            <a:spLocks xmlns:a="http://schemas.openxmlformats.org/drawingml/2006/main" noGrp="1"/>
          </p:cNvSpPr>
          <p:nvPr/>
        </p:nvSpPr>
        <p:spPr>
          <a:xfrm xmlns:a="http://schemas.openxmlformats.org/drawingml/2006/main">
            <a:off x="990600" y="32194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668176"/>
                </a:solidFill>
                <a:latin typeface="Source Han Sans SC"/>
                <a:ea typeface="Source Han Sans SC"/>
                <a:cs typeface="Source Han Sans SC"/>
              </a:defRPr>
            </a:defPPr>
          </a:lstStyle>
          <a:p xmlns:a="http://schemas.openxmlformats.org/drawingml/2006/main">
            <a:pPr algn="l">
              <a:buNone/>
              <a:defRPr sz="1350" b="0">
                <a:solidFill>
                  <a:srgbClr val="668176"/>
                </a:solidFill>
                <a:latin typeface="Source Han Sans SC"/>
                <a:ea typeface="Source Han Sans SC"/>
                <a:cs typeface="Source Han Sans SC"/>
              </a:defRPr>
            </a:pPr>
            <a:r>
              <a:rPr sz="1350" b="0">
                <a:solidFill>
                  <a:srgbClr val="668176"/>
                </a:solidFill>
                <a:latin typeface="Source Han Sans SC"/>
                <a:ea typeface="Source Han Sans SC"/>
                <a:cs typeface="Source Han Sans SC"/>
              </a:rPr>
              <a:t>OPEN SOURCE</a:t>
            </a:r>
          </a:p>
        </p:txBody>
      </p:sp>
      <p:sp>
        <p:nvSpPr>
          <p:cNvPr id="14" name="step1:text-83">
            <a:extLst xmlns:a="http://schemas.openxmlformats.org/drawingml/2006/main">
              <a:ext uri="{FF2B5EF4-FFF2-40B4-BE49-F238E27FC236}">
                <a16:creationId xmlns:a16="http://schemas.microsoft.com/office/drawing/2014/main" id="{415E254F-3FDE-4C54-9D46-8F0CA11C9157}"/>
              </a:ext>
            </a:extLst>
          </p:cNvPr>
          <p:cNvSpPr>
            <a:spLocks xmlns:a="http://schemas.openxmlformats.org/drawingml/2006/main" noGrp="1"/>
          </p:cNvSpPr>
          <p:nvPr/>
        </p:nvSpPr>
        <p:spPr>
          <a:xfrm xmlns:a="http://schemas.openxmlformats.org/drawingml/2006/main">
            <a:off x="990600" y="3714750"/>
            <a:ext cx="533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300" b="1">
                <a:solidFill>
                  <a:srgbClr val="193E33"/>
                </a:solidFill>
                <a:latin typeface="Source Han Sans SC"/>
                <a:ea typeface="Source Han Sans SC"/>
                <a:cs typeface="Source Han Sans SC"/>
              </a:defRPr>
            </a:defPPr>
          </a:lstStyle>
          <a:p xmlns:a="http://schemas.openxmlformats.org/drawingml/2006/main">
            <a:pPr algn="l">
              <a:buNone/>
              <a:defRPr sz="3300" b="1">
                <a:solidFill>
                  <a:srgbClr val="193E33"/>
                </a:solidFill>
                <a:latin typeface="Source Han Sans SC"/>
                <a:ea typeface="Source Han Sans SC"/>
                <a:cs typeface="Source Han Sans SC"/>
              </a:defRPr>
            </a:pPr>
            <a:r>
              <a:rPr sz="3300" b="1">
                <a:solidFill>
                  <a:srgbClr val="193E33"/>
                </a:solidFill>
                <a:latin typeface="Source Han Sans SC"/>
                <a:ea typeface="Source Han Sans SC"/>
                <a:cs typeface="Source Han Sans SC"/>
              </a:rPr>
              <a:t>Open source</a:t>
            </a:r>
          </a:p>
        </p:txBody>
      </p:sp>
      <p:sp>
        <p:nvSpPr>
          <p:cNvPr id="15" name="step1:text-84">
            <a:extLst xmlns:a="http://schemas.openxmlformats.org/drawingml/2006/main">
              <a:ext uri="{FF2B5EF4-FFF2-40B4-BE49-F238E27FC236}">
                <a16:creationId xmlns:a16="http://schemas.microsoft.com/office/drawing/2014/main" id="{8D2C7860-0A12-46C7-B919-8197853CD7FD}"/>
              </a:ext>
            </a:extLst>
          </p:cNvPr>
          <p:cNvSpPr>
            <a:spLocks xmlns:a="http://schemas.openxmlformats.org/drawingml/2006/main" noGrp="1"/>
          </p:cNvSpPr>
          <p:nvPr/>
        </p:nvSpPr>
        <p:spPr>
          <a:xfrm xmlns:a="http://schemas.openxmlformats.org/drawingml/2006/main">
            <a:off x="990600" y="4352925"/>
            <a:ext cx="542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00" b="0">
                <a:solidFill>
                  <a:srgbClr val="277C65"/>
                </a:solidFill>
                <a:latin typeface="Source Han Sans SC"/>
                <a:ea typeface="Source Han Sans SC"/>
                <a:cs typeface="Source Han Sans SC"/>
              </a:defRPr>
            </a:defPPr>
          </a:lstStyle>
          <a:p xmlns:a="http://schemas.openxmlformats.org/drawingml/2006/main">
            <a:pPr algn="l">
              <a:buNone/>
              <a:defRPr sz="2400" b="0">
                <a:solidFill>
                  <a:srgbClr val="277C65"/>
                </a:solidFill>
                <a:latin typeface="Source Han Sans SC"/>
                <a:ea typeface="Source Han Sans SC"/>
                <a:cs typeface="Source Han Sans SC"/>
              </a:defRPr>
            </a:pPr>
            <a:r>
              <a:rPr sz="2400" b="0">
                <a:solidFill>
                  <a:srgbClr val="277C65"/>
                </a:solidFill>
                <a:latin typeface="Source Han Sans SC"/>
                <a:ea typeface="Source Han Sans SC"/>
                <a:cs typeface="Source Han Sans SC"/>
              </a:rPr>
              <a:t>Lower barriers</a:t>
            </a:r>
          </a:p>
        </p:txBody>
      </p:sp>
      <p:sp>
        <p:nvSpPr>
          <p:cNvPr id="16" name="step1:text-85">
            <a:extLst xmlns:a="http://schemas.openxmlformats.org/drawingml/2006/main">
              <a:ext uri="{FF2B5EF4-FFF2-40B4-BE49-F238E27FC236}">
                <a16:creationId xmlns:a16="http://schemas.microsoft.com/office/drawing/2014/main" id="{38D72BCE-ED1F-4A43-9A67-18841608E6C2}"/>
              </a:ext>
            </a:extLst>
          </p:cNvPr>
          <p:cNvSpPr>
            <a:spLocks xmlns:a="http://schemas.openxmlformats.org/drawingml/2006/main" noGrp="1"/>
          </p:cNvSpPr>
          <p:nvPr/>
        </p:nvSpPr>
        <p:spPr>
          <a:xfrm xmlns:a="http://schemas.openxmlformats.org/drawingml/2006/main">
            <a:off x="990600" y="5000625"/>
            <a:ext cx="533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0">
                <a:solidFill>
                  <a:srgbClr val="668176"/>
                </a:solidFill>
                <a:latin typeface="Source Han Sans SC"/>
                <a:ea typeface="Source Han Sans SC"/>
                <a:cs typeface="Source Han Sans SC"/>
              </a:defRPr>
            </a:defPPr>
          </a:lstStyle>
          <a:p xmlns:a="http://schemas.openxmlformats.org/drawingml/2006/main">
            <a:pPr algn="l">
              <a:buNone/>
              <a:defRPr sz="1950" b="0">
                <a:solidFill>
                  <a:srgbClr val="668176"/>
                </a:solidFill>
                <a:latin typeface="Source Han Sans SC"/>
                <a:ea typeface="Source Han Sans SC"/>
                <a:cs typeface="Source Han Sans SC"/>
              </a:defRPr>
            </a:pPr>
            <a:r>
              <a:rPr sz="1950" b="0">
                <a:solidFill>
                  <a:srgbClr val="668176"/>
                </a:solidFill>
                <a:latin typeface="Source Han Sans SC"/>
                <a:ea typeface="Source Han Sans SC"/>
                <a:cs typeface="Source Han Sans SC"/>
              </a:rPr>
              <a:t>Open technology, knowledge and tools</a:t>
            </a:r>
          </a:p>
          <a:p xmlns:a="http://schemas.openxmlformats.org/drawingml/2006/main">
            <a:pPr algn="l">
              <a:buNone/>
              <a:defRPr sz="1950" b="0">
                <a:solidFill>
                  <a:srgbClr val="668176"/>
                </a:solidFill>
                <a:latin typeface="Source Han Sans SC"/>
                <a:ea typeface="Source Han Sans SC"/>
                <a:cs typeface="Source Han Sans SC"/>
              </a:defRPr>
            </a:pPr>
            <a:r>
              <a:rPr sz="1950" b="0">
                <a:solidFill>
                  <a:srgbClr val="668176"/>
                </a:solidFill>
                <a:latin typeface="Source Han Sans SC"/>
                <a:ea typeface="Source Han Sans SC"/>
                <a:cs typeface="Source Han Sans SC"/>
              </a:rPr>
              <a:t>enable learning, improvement and reuse.</a:t>
            </a:r>
          </a:p>
        </p:txBody>
      </p:sp>
      <p:sp>
        <p:nvSpPr>
          <p:cNvPr id="17" name="step1:text-86">
            <a:extLst xmlns:a="http://schemas.openxmlformats.org/drawingml/2006/main">
              <a:ext uri="{FF2B5EF4-FFF2-40B4-BE49-F238E27FC236}">
                <a16:creationId xmlns:a16="http://schemas.microsoft.com/office/drawing/2014/main" id="{010DAF1C-9FD3-4B5B-9A36-E77A2C6CEADE}"/>
              </a:ext>
            </a:extLst>
          </p:cNvPr>
          <p:cNvSpPr>
            <a:spLocks xmlns:a="http://schemas.openxmlformats.org/drawingml/2006/main" noGrp="1"/>
          </p:cNvSpPr>
          <p:nvPr/>
        </p:nvSpPr>
        <p:spPr>
          <a:xfrm xmlns:a="http://schemas.openxmlformats.org/drawingml/2006/main">
            <a:off x="990600" y="5886450"/>
            <a:ext cx="5334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0">
                <a:solidFill>
                  <a:srgbClr val="277C65"/>
                </a:solidFill>
                <a:latin typeface="Source Han Sans SC"/>
                <a:ea typeface="Source Han Sans SC"/>
                <a:cs typeface="Source Han Sans SC"/>
              </a:defRPr>
            </a:defPPr>
          </a:lstStyle>
          <a:p xmlns:a="http://schemas.openxmlformats.org/drawingml/2006/main">
            <a:pPr algn="l">
              <a:buNone/>
              <a:defRPr sz="1650" b="0">
                <a:solidFill>
                  <a:srgbClr val="277C65"/>
                </a:solidFill>
                <a:latin typeface="Source Han Sans SC"/>
                <a:ea typeface="Source Han Sans SC"/>
                <a:cs typeface="Source Han Sans SC"/>
              </a:defRPr>
            </a:pPr>
            <a:r>
              <a:rPr sz="1650" b="0">
                <a:solidFill>
                  <a:srgbClr val="277C65"/>
                </a:solidFill>
                <a:latin typeface="Source Han Sans SC"/>
                <a:ea typeface="Source Han Sans SC"/>
                <a:cs typeface="Source Han Sans SC"/>
              </a:rPr>
              <a:t>Infrastructure   Models   Agents and apps</a:t>
            </a:r>
          </a:p>
        </p:txBody>
      </p:sp>
      <p:sp>
        <p:nvSpPr>
          <p:cNvPr id="18" name="step2:panel-87">
            <a:extLst xmlns:a="http://schemas.openxmlformats.org/drawingml/2006/main">
              <a:ext uri="{FF2B5EF4-FFF2-40B4-BE49-F238E27FC236}">
                <a16:creationId xmlns:a16="http://schemas.microsoft.com/office/drawing/2014/main" id="{3D19F4A7-BC77-49F5-B924-8D920FFD1EFF}"/>
              </a:ext>
            </a:extLst>
          </p:cNvPr>
          <p:cNvSpPr>
            <a:spLocks xmlns:a="http://schemas.openxmlformats.org/drawingml/2006/main" noGrp="1"/>
          </p:cNvSpPr>
          <p:nvPr/>
        </p:nvSpPr>
        <p:spPr>
          <a:xfrm xmlns:a="http://schemas.openxmlformats.org/drawingml/2006/main">
            <a:off x="8505825" y="2952750"/>
            <a:ext cx="6048375" cy="3381375"/>
          </a:xfrm>
          <a:prstGeom xmlns:a="http://schemas.openxmlformats.org/drawingml/2006/main" prst="roundRect">
            <a:avLst>
              <a:gd name="adj" fmla="val 1690"/>
            </a:avLst>
          </a:prstGeom>
          <a:solidFill xmlns:a="http://schemas.openxmlformats.org/drawingml/2006/main">
            <a:srgbClr val="E9ECF8"/>
          </a:solidFill>
          <a:ln xmlns:a="http://schemas.openxmlformats.org/drawingml/2006/main" w="9525">
            <a:solidFill>
              <a:srgbClr val="D8DEED"/>
            </a:solidFill>
            <a:prstDash val="solid"/>
          </a:ln>
        </p:spPr>
      </p:sp>
      <p:pic>
        <p:nvPicPr>
          <p:cNvPr id="19" name="">
            <a:extLst xmlns:a="http://schemas.openxmlformats.org/drawingml/2006/main">
              <a:ext uri="{FF2B5EF4-FFF2-40B4-BE49-F238E27FC236}">
                <a16:creationId xmlns:a16="http://schemas.microsoft.com/office/drawing/2014/main" id="{C7F9F498-2A6F-4615-8069-AC26DC9882D9}"/>
              </a:ext>
            </a:extLst>
          </p:cNvPr>
          <p:cNvPicPr>
            <a:picLocks xmlns:a="http://schemas.openxmlformats.org/drawingml/2006/main" noChangeAspect="1"/>
          </p:cNvPicPr>
          <p:nvPr/>
        </p:nvPicPr>
        <p:blipFill>
          <a:blip xmlns:r="http://schemas.openxmlformats.org/officeDocument/2006/relationships" xmlns:a="http://schemas.openxmlformats.org/drawingml/2006/main" r:embed="Rf049738e273146c6"/>
          <a:stretch xmlns:a="http://schemas.openxmlformats.org/drawingml/2006/main"/>
        </p:blipFill>
        <p:spPr>
          <a:xfrm xmlns:a="http://schemas.openxmlformats.org/drawingml/2006/main">
            <a:off x="13620750" y="3248025"/>
            <a:ext cx="523875" cy="523875"/>
          </a:xfrm>
          <a:prstGeom xmlns:a="http://schemas.openxmlformats.org/drawingml/2006/main" prst="rect">
            <a:avLst/>
          </a:prstGeom>
        </p:spPr>
      </p:pic>
      <p:sp>
        <p:nvSpPr>
          <p:cNvPr id="20" name="step2:text-88">
            <a:extLst xmlns:a="http://schemas.openxmlformats.org/drawingml/2006/main">
              <a:ext uri="{FF2B5EF4-FFF2-40B4-BE49-F238E27FC236}">
                <a16:creationId xmlns:a16="http://schemas.microsoft.com/office/drawing/2014/main" id="{74A296C6-C6C5-46E0-95F8-9DD505701F1C}"/>
              </a:ext>
            </a:extLst>
          </p:cNvPr>
          <p:cNvSpPr>
            <a:spLocks xmlns:a="http://schemas.openxmlformats.org/drawingml/2006/main" noGrp="1"/>
          </p:cNvSpPr>
          <p:nvPr/>
        </p:nvSpPr>
        <p:spPr>
          <a:xfrm xmlns:a="http://schemas.openxmlformats.org/drawingml/2006/main">
            <a:off x="8810625" y="32194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668176"/>
                </a:solidFill>
                <a:latin typeface="Source Han Sans SC"/>
                <a:ea typeface="Source Han Sans SC"/>
                <a:cs typeface="Source Han Sans SC"/>
              </a:defRPr>
            </a:defPPr>
          </a:lstStyle>
          <a:p xmlns:a="http://schemas.openxmlformats.org/drawingml/2006/main">
            <a:pPr algn="l">
              <a:buNone/>
              <a:defRPr sz="1350" b="0">
                <a:solidFill>
                  <a:srgbClr val="668176"/>
                </a:solidFill>
                <a:latin typeface="Source Han Sans SC"/>
                <a:ea typeface="Source Han Sans SC"/>
                <a:cs typeface="Source Han Sans SC"/>
              </a:defRPr>
            </a:pPr>
            <a:r>
              <a:rPr sz="1350" b="0">
                <a:solidFill>
                  <a:srgbClr val="668176"/>
                </a:solidFill>
                <a:latin typeface="Source Han Sans SC"/>
                <a:ea typeface="Source Han Sans SC"/>
                <a:cs typeface="Source Han Sans SC"/>
              </a:rPr>
              <a:t>DEVELOPERS</a:t>
            </a:r>
          </a:p>
        </p:txBody>
      </p:sp>
      <p:sp>
        <p:nvSpPr>
          <p:cNvPr id="21" name="step2:text-89">
            <a:extLst xmlns:a="http://schemas.openxmlformats.org/drawingml/2006/main">
              <a:ext uri="{FF2B5EF4-FFF2-40B4-BE49-F238E27FC236}">
                <a16:creationId xmlns:a16="http://schemas.microsoft.com/office/drawing/2014/main" id="{99699796-DF12-4A29-948E-1B0F04C0C669}"/>
              </a:ext>
            </a:extLst>
          </p:cNvPr>
          <p:cNvSpPr>
            <a:spLocks xmlns:a="http://schemas.openxmlformats.org/drawingml/2006/main" noGrp="1"/>
          </p:cNvSpPr>
          <p:nvPr/>
        </p:nvSpPr>
        <p:spPr>
          <a:xfrm xmlns:a="http://schemas.openxmlformats.org/drawingml/2006/main">
            <a:off x="8810625" y="3714750"/>
            <a:ext cx="533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300" b="1">
                <a:solidFill>
                  <a:srgbClr val="193E33"/>
                </a:solidFill>
                <a:latin typeface="Source Han Sans SC"/>
                <a:ea typeface="Source Han Sans SC"/>
                <a:cs typeface="Source Han Sans SC"/>
              </a:defRPr>
            </a:defPPr>
          </a:lstStyle>
          <a:p xmlns:a="http://schemas.openxmlformats.org/drawingml/2006/main">
            <a:pPr algn="l">
              <a:buNone/>
              <a:defRPr sz="3300" b="1">
                <a:solidFill>
                  <a:srgbClr val="193E33"/>
                </a:solidFill>
                <a:latin typeface="Source Han Sans SC"/>
                <a:ea typeface="Source Han Sans SC"/>
                <a:cs typeface="Source Han Sans SC"/>
              </a:defRPr>
            </a:pPr>
            <a:r>
              <a:rPr sz="3300" b="1">
                <a:solidFill>
                  <a:srgbClr val="193E33"/>
                </a:solidFill>
                <a:latin typeface="Source Han Sans SC"/>
                <a:ea typeface="Source Han Sans SC"/>
                <a:cs typeface="Source Han Sans SC"/>
              </a:rPr>
              <a:t>Developers</a:t>
            </a:r>
          </a:p>
        </p:txBody>
      </p:sp>
      <p:sp>
        <p:nvSpPr>
          <p:cNvPr id="22" name="step2:text-90">
            <a:extLst xmlns:a="http://schemas.openxmlformats.org/drawingml/2006/main">
              <a:ext uri="{FF2B5EF4-FFF2-40B4-BE49-F238E27FC236}">
                <a16:creationId xmlns:a16="http://schemas.microsoft.com/office/drawing/2014/main" id="{686EA579-96C2-494D-A502-55CA083B5D9F}"/>
              </a:ext>
            </a:extLst>
          </p:cNvPr>
          <p:cNvSpPr>
            <a:spLocks xmlns:a="http://schemas.openxmlformats.org/drawingml/2006/main" noGrp="1"/>
          </p:cNvSpPr>
          <p:nvPr/>
        </p:nvSpPr>
        <p:spPr>
          <a:xfrm xmlns:a="http://schemas.openxmlformats.org/drawingml/2006/main">
            <a:off x="8810625" y="4352925"/>
            <a:ext cx="542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00" b="0">
                <a:solidFill>
                  <a:srgbClr val="667DC6"/>
                </a:solidFill>
                <a:latin typeface="Source Han Sans SC"/>
                <a:ea typeface="Source Han Sans SC"/>
                <a:cs typeface="Source Han Sans SC"/>
              </a:defRPr>
            </a:defPPr>
          </a:lstStyle>
          <a:p xmlns:a="http://schemas.openxmlformats.org/drawingml/2006/main">
            <a:pPr algn="l">
              <a:buNone/>
              <a:defRPr sz="2400" b="0">
                <a:solidFill>
                  <a:srgbClr val="667DC6"/>
                </a:solidFill>
                <a:latin typeface="Source Han Sans SC"/>
                <a:ea typeface="Source Han Sans SC"/>
                <a:cs typeface="Source Han Sans SC"/>
              </a:defRPr>
            </a:pPr>
            <a:r>
              <a:rPr sz="2400" b="0">
                <a:solidFill>
                  <a:srgbClr val="667DC6"/>
                </a:solidFill>
                <a:latin typeface="Source Han Sans SC"/>
                <a:ea typeface="Source Han Sans SC"/>
                <a:cs typeface="Source Han Sans SC"/>
              </a:rPr>
              <a:t>Expand creativity</a:t>
            </a:r>
          </a:p>
        </p:txBody>
      </p:sp>
      <p:sp>
        <p:nvSpPr>
          <p:cNvPr id="23" name="step2:text-91">
            <a:extLst xmlns:a="http://schemas.openxmlformats.org/drawingml/2006/main">
              <a:ext uri="{FF2B5EF4-FFF2-40B4-BE49-F238E27FC236}">
                <a16:creationId xmlns:a16="http://schemas.microsoft.com/office/drawing/2014/main" id="{B8AFA3E1-B5FD-4877-A8AA-4E32611094C3}"/>
              </a:ext>
            </a:extLst>
          </p:cNvPr>
          <p:cNvSpPr>
            <a:spLocks xmlns:a="http://schemas.openxmlformats.org/drawingml/2006/main" noGrp="1"/>
          </p:cNvSpPr>
          <p:nvPr/>
        </p:nvSpPr>
        <p:spPr>
          <a:xfrm xmlns:a="http://schemas.openxmlformats.org/drawingml/2006/main">
            <a:off x="8810625" y="5000625"/>
            <a:ext cx="533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13" b="0">
                <a:solidFill>
                  <a:srgbClr val="668176"/>
                </a:solidFill>
                <a:latin typeface="Source Han Sans SC"/>
                <a:ea typeface="Source Han Sans SC"/>
                <a:cs typeface="Source Han Sans SC"/>
              </a:defRPr>
            </a:defPPr>
          </a:lstStyle>
          <a:p xmlns:a="http://schemas.openxmlformats.org/drawingml/2006/main">
            <a:pPr algn="l">
              <a:buNone/>
              <a:defRPr sz="1913" b="0">
                <a:solidFill>
                  <a:srgbClr val="668176"/>
                </a:solidFill>
                <a:latin typeface="Source Han Sans SC"/>
                <a:ea typeface="Source Han Sans SC"/>
                <a:cs typeface="Source Han Sans SC"/>
              </a:defRPr>
            </a:pPr>
            <a:r>
              <a:rPr sz="1913" b="0">
                <a:solidFill>
                  <a:srgbClr val="668176"/>
                </a:solidFill>
                <a:latin typeface="Source Han Sans SC"/>
                <a:ea typeface="Source Han Sans SC"/>
                <a:cs typeface="Source Han Sans SC"/>
              </a:rPr>
              <a:t>Start with real needs. Grow through</a:t>
            </a:r>
          </a:p>
          <a:p xmlns:a="http://schemas.openxmlformats.org/drawingml/2006/main">
            <a:pPr algn="l">
              <a:buNone/>
              <a:defRPr sz="1913" b="0">
                <a:solidFill>
                  <a:srgbClr val="668176"/>
                </a:solidFill>
                <a:latin typeface="Source Han Sans SC"/>
                <a:ea typeface="Source Han Sans SC"/>
                <a:cs typeface="Source Han Sans SC"/>
              </a:defRPr>
            </a:pPr>
            <a:r>
              <a:rPr sz="1913" b="0">
                <a:solidFill>
                  <a:srgbClr val="668176"/>
                </a:solidFill>
                <a:latin typeface="Source Han Sans SC"/>
                <a:ea typeface="Source Han Sans SC"/>
                <a:cs typeface="Source Han Sans SC"/>
              </a:rPr>
              <a:t>learning, projects, collaboration and feedback.</a:t>
            </a:r>
          </a:p>
        </p:txBody>
      </p:sp>
      <p:sp>
        <p:nvSpPr>
          <p:cNvPr id="24" name="step2:text-92">
            <a:extLst xmlns:a="http://schemas.openxmlformats.org/drawingml/2006/main">
              <a:ext uri="{FF2B5EF4-FFF2-40B4-BE49-F238E27FC236}">
                <a16:creationId xmlns:a16="http://schemas.microsoft.com/office/drawing/2014/main" id="{42AA11AC-836E-459A-A49F-95E61445495A}"/>
              </a:ext>
            </a:extLst>
          </p:cNvPr>
          <p:cNvSpPr>
            <a:spLocks xmlns:a="http://schemas.openxmlformats.org/drawingml/2006/main" noGrp="1"/>
          </p:cNvSpPr>
          <p:nvPr/>
        </p:nvSpPr>
        <p:spPr>
          <a:xfrm xmlns:a="http://schemas.openxmlformats.org/drawingml/2006/main">
            <a:off x="8810625" y="5886450"/>
            <a:ext cx="5334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0">
                <a:solidFill>
                  <a:srgbClr val="667DC6"/>
                </a:solidFill>
                <a:latin typeface="Source Han Sans SC"/>
                <a:ea typeface="Source Han Sans SC"/>
                <a:cs typeface="Source Han Sans SC"/>
              </a:defRPr>
            </a:defPPr>
          </a:lstStyle>
          <a:p xmlns:a="http://schemas.openxmlformats.org/drawingml/2006/main">
            <a:pPr algn="l">
              <a:buNone/>
              <a:defRPr sz="1650" b="0">
                <a:solidFill>
                  <a:srgbClr val="667DC6"/>
                </a:solidFill>
                <a:latin typeface="Source Han Sans SC"/>
                <a:ea typeface="Source Han Sans SC"/>
                <a:cs typeface="Source Han Sans SC"/>
              </a:defRPr>
            </a:pPr>
            <a:r>
              <a:rPr sz="1650" b="0">
                <a:solidFill>
                  <a:srgbClr val="667DC6"/>
                </a:solidFill>
                <a:latin typeface="Source Han Sans SC"/>
                <a:ea typeface="Source Han Sans SC"/>
                <a:cs typeface="Source Han Sans SC"/>
              </a:rPr>
              <a:t>Learners   Builders   Engineers</a:t>
            </a:r>
          </a:p>
        </p:txBody>
      </p:sp>
      <p:sp>
        <p:nvSpPr>
          <p:cNvPr id="25" name="step3:text-93">
            <a:extLst xmlns:a="http://schemas.openxmlformats.org/drawingml/2006/main">
              <a:ext uri="{FF2B5EF4-FFF2-40B4-BE49-F238E27FC236}">
                <a16:creationId xmlns:a16="http://schemas.microsoft.com/office/drawing/2014/main" id="{93169EAC-E141-496B-BE25-75AD14B6A750}"/>
              </a:ext>
            </a:extLst>
          </p:cNvPr>
          <p:cNvSpPr>
            <a:spLocks xmlns:a="http://schemas.openxmlformats.org/drawingml/2006/main" noGrp="1"/>
          </p:cNvSpPr>
          <p:nvPr/>
        </p:nvSpPr>
        <p:spPr>
          <a:xfrm xmlns:a="http://schemas.openxmlformats.org/drawingml/2006/main">
            <a:off x="6924675" y="3943350"/>
            <a:ext cx="14097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6000" b="0">
                <a:solidFill>
                  <a:srgbClr val="277C65"/>
                </a:solidFill>
                <a:latin typeface="Source Han Sans SC"/>
                <a:ea typeface="Source Han Sans SC"/>
                <a:cs typeface="Source Han Sans SC"/>
              </a:defRPr>
            </a:defPPr>
          </a:lstStyle>
          <a:p xmlns:a="http://schemas.openxmlformats.org/drawingml/2006/main">
            <a:pPr algn="ctr">
              <a:buNone/>
              <a:defRPr sz="6000" b="0">
                <a:solidFill>
                  <a:srgbClr val="277C65"/>
                </a:solidFill>
                <a:latin typeface="Source Han Sans SC"/>
                <a:ea typeface="Source Han Sans SC"/>
                <a:cs typeface="Source Han Sans SC"/>
              </a:defRPr>
            </a:pPr>
            <a:r>
              <a:rPr sz="6000" b="0">
                <a:solidFill>
                  <a:srgbClr val="277C65"/>
                </a:solidFill>
                <a:latin typeface="Source Han Sans SC"/>
                <a:ea typeface="Source Han Sans SC"/>
                <a:cs typeface="Source Han Sans SC"/>
              </a:rPr>
              <a:t>×</a:t>
            </a:r>
          </a:p>
        </p:txBody>
      </p:sp>
      <p:sp>
        <p:nvSpPr>
          <p:cNvPr id="26" name="step3:text-94">
            <a:extLst xmlns:a="http://schemas.openxmlformats.org/drawingml/2006/main">
              <a:ext uri="{FF2B5EF4-FFF2-40B4-BE49-F238E27FC236}">
                <a16:creationId xmlns:a16="http://schemas.microsoft.com/office/drawing/2014/main" id="{C3518F09-05C7-46E8-B27C-E92061A444BD}"/>
              </a:ext>
            </a:extLst>
          </p:cNvPr>
          <p:cNvSpPr>
            <a:spLocks xmlns:a="http://schemas.openxmlformats.org/drawingml/2006/main" noGrp="1"/>
          </p:cNvSpPr>
          <p:nvPr/>
        </p:nvSpPr>
        <p:spPr>
          <a:xfrm xmlns:a="http://schemas.openxmlformats.org/drawingml/2006/main">
            <a:off x="6924675" y="48958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668176"/>
                </a:solidFill>
                <a:latin typeface="Source Han Sans SC"/>
                <a:ea typeface="Source Han Sans SC"/>
                <a:cs typeface="Source Han Sans SC"/>
              </a:defRPr>
            </a:defPPr>
          </a:lstStyle>
          <a:p xmlns:a="http://schemas.openxmlformats.org/drawingml/2006/main">
            <a:pPr algn="ctr">
              <a:buNone/>
              <a:defRPr sz="1650" b="0">
                <a:solidFill>
                  <a:srgbClr val="668176"/>
                </a:solidFill>
                <a:latin typeface="Source Han Sans SC"/>
                <a:ea typeface="Source Han Sans SC"/>
                <a:cs typeface="Source Han Sans SC"/>
              </a:defRPr>
            </a:pPr>
            <a:r>
              <a:rPr sz="1650" b="0">
                <a:solidFill>
                  <a:srgbClr val="668176"/>
                </a:solidFill>
                <a:latin typeface="Source Han Sans SC"/>
                <a:ea typeface="Source Han Sans SC"/>
                <a:cs typeface="Source Han Sans SC"/>
              </a:rPr>
              <a:t>Co-create</a:t>
            </a:r>
          </a:p>
        </p:txBody>
      </p:sp>
      <p:sp>
        <p:nvSpPr>
          <p:cNvPr id="27" name="step3:text-95">
            <a:extLst xmlns:a="http://schemas.openxmlformats.org/drawingml/2006/main">
              <a:ext uri="{FF2B5EF4-FFF2-40B4-BE49-F238E27FC236}">
                <a16:creationId xmlns:a16="http://schemas.microsoft.com/office/drawing/2014/main" id="{F1FBEAD8-F62B-4D02-B387-B9FBEC55EE24}"/>
              </a:ext>
            </a:extLst>
          </p:cNvPr>
          <p:cNvSpPr>
            <a:spLocks xmlns:a="http://schemas.openxmlformats.org/drawingml/2006/main" noGrp="1"/>
          </p:cNvSpPr>
          <p:nvPr/>
        </p:nvSpPr>
        <p:spPr>
          <a:xfrm xmlns:a="http://schemas.openxmlformats.org/drawingml/2006/main">
            <a:off x="1809750" y="6800850"/>
            <a:ext cx="228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625" b="1">
                <a:solidFill>
                  <a:srgbClr val="277C65"/>
                </a:solidFill>
                <a:latin typeface="Source Han Sans SC"/>
                <a:ea typeface="Source Han Sans SC"/>
                <a:cs typeface="Source Han Sans SC"/>
              </a:defRPr>
            </a:defPPr>
          </a:lstStyle>
          <a:p xmlns:a="http://schemas.openxmlformats.org/drawingml/2006/main">
            <a:pPr algn="ctr">
              <a:buNone/>
              <a:defRPr sz="2625" b="1">
                <a:solidFill>
                  <a:srgbClr val="277C65"/>
                </a:solidFill>
                <a:latin typeface="Source Han Sans SC"/>
                <a:ea typeface="Source Han Sans SC"/>
                <a:cs typeface="Source Han Sans SC"/>
              </a:defRPr>
            </a:pPr>
            <a:r>
              <a:rPr sz="2625" b="1">
                <a:solidFill>
                  <a:srgbClr val="277C65"/>
                </a:solidFill>
                <a:latin typeface="Source Han Sans SC"/>
                <a:ea typeface="Source Han Sans SC"/>
                <a:cs typeface="Source Han Sans SC"/>
              </a:rPr>
              <a:t>AI for All</a:t>
            </a:r>
          </a:p>
        </p:txBody>
      </p:sp>
      <p:sp>
        <p:nvSpPr>
          <p:cNvPr id="28" name="step3:text-96">
            <a:extLst xmlns:a="http://schemas.openxmlformats.org/drawingml/2006/main">
              <a:ext uri="{FF2B5EF4-FFF2-40B4-BE49-F238E27FC236}">
                <a16:creationId xmlns:a16="http://schemas.microsoft.com/office/drawing/2014/main" id="{60C63BB1-9AED-48B1-9FF3-65D1C77D22D1}"/>
              </a:ext>
            </a:extLst>
          </p:cNvPr>
          <p:cNvSpPr>
            <a:spLocks xmlns:a="http://schemas.openxmlformats.org/drawingml/2006/main" noGrp="1"/>
          </p:cNvSpPr>
          <p:nvPr/>
        </p:nvSpPr>
        <p:spPr>
          <a:xfrm xmlns:a="http://schemas.openxmlformats.org/drawingml/2006/main">
            <a:off x="4143375" y="6800850"/>
            <a:ext cx="666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625" b="0">
                <a:solidFill>
                  <a:srgbClr val="193E33"/>
                </a:solidFill>
                <a:latin typeface="Source Han Sans SC"/>
                <a:ea typeface="Source Han Sans SC"/>
                <a:cs typeface="Source Han Sans SC"/>
              </a:defRPr>
            </a:defPPr>
          </a:lstStyle>
          <a:p xmlns:a="http://schemas.openxmlformats.org/drawingml/2006/main">
            <a:pPr algn="ctr">
              <a:buNone/>
              <a:defRPr sz="2625" b="0">
                <a:solidFill>
                  <a:srgbClr val="193E33"/>
                </a:solidFill>
                <a:latin typeface="Source Han Sans SC"/>
                <a:ea typeface="Source Han Sans SC"/>
                <a:cs typeface="Source Han Sans SC"/>
              </a:defRPr>
            </a:pPr>
            <a:r>
              <a:rPr sz="2625" b="0">
                <a:solidFill>
                  <a:srgbClr val="193E33"/>
                </a:solidFill>
                <a:latin typeface="Source Han Sans SC"/>
                <a:ea typeface="Source Han Sans SC"/>
                <a:cs typeface="Source Han Sans SC"/>
              </a:rPr>
              <a:t>=</a:t>
            </a:r>
          </a:p>
        </p:txBody>
      </p:sp>
      <p:sp>
        <p:nvSpPr>
          <p:cNvPr id="29" name="step3:text-97">
            <a:extLst xmlns:a="http://schemas.openxmlformats.org/drawingml/2006/main">
              <a:ext uri="{FF2B5EF4-FFF2-40B4-BE49-F238E27FC236}">
                <a16:creationId xmlns:a16="http://schemas.microsoft.com/office/drawing/2014/main" id="{4BB8F5A9-F28F-471A-AECC-9AB1801942B4}"/>
              </a:ext>
            </a:extLst>
          </p:cNvPr>
          <p:cNvSpPr>
            <a:spLocks xmlns:a="http://schemas.openxmlformats.org/drawingml/2006/main" noGrp="1"/>
          </p:cNvSpPr>
          <p:nvPr/>
        </p:nvSpPr>
        <p:spPr>
          <a:xfrm xmlns:a="http://schemas.openxmlformats.org/drawingml/2006/main">
            <a:off x="4953000" y="6800850"/>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475" b="1">
                <a:solidFill>
                  <a:srgbClr val="193E33"/>
                </a:solidFill>
                <a:latin typeface="Source Han Sans SC"/>
                <a:ea typeface="Source Han Sans SC"/>
                <a:cs typeface="Source Han Sans SC"/>
              </a:defRPr>
            </a:defPPr>
          </a:lstStyle>
          <a:p xmlns:a="http://schemas.openxmlformats.org/drawingml/2006/main">
            <a:pPr algn="ctr">
              <a:buNone/>
              <a:defRPr sz="2475" b="1">
                <a:solidFill>
                  <a:srgbClr val="193E33"/>
                </a:solidFill>
                <a:latin typeface="Source Han Sans SC"/>
                <a:ea typeface="Source Han Sans SC"/>
                <a:cs typeface="Source Han Sans SC"/>
              </a:defRPr>
            </a:pPr>
            <a:r>
              <a:rPr sz="2475" b="1">
                <a:solidFill>
                  <a:srgbClr val="193E33"/>
                </a:solidFill>
                <a:latin typeface="Source Han Sans SC"/>
                <a:ea typeface="Source Han Sans SC"/>
                <a:cs typeface="Source Han Sans SC"/>
              </a:rPr>
              <a:t>Accessible technology</a:t>
            </a:r>
          </a:p>
        </p:txBody>
      </p:sp>
      <p:sp>
        <p:nvSpPr>
          <p:cNvPr id="30" name="step3:text-98">
            <a:extLst xmlns:a="http://schemas.openxmlformats.org/drawingml/2006/main">
              <a:ext uri="{FF2B5EF4-FFF2-40B4-BE49-F238E27FC236}">
                <a16:creationId xmlns:a16="http://schemas.microsoft.com/office/drawing/2014/main" id="{C22EB979-BFE1-4421-8D4E-A53ECC179A46}"/>
              </a:ext>
            </a:extLst>
          </p:cNvPr>
          <p:cNvSpPr>
            <a:spLocks xmlns:a="http://schemas.openxmlformats.org/drawingml/2006/main" noGrp="1"/>
          </p:cNvSpPr>
          <p:nvPr/>
        </p:nvSpPr>
        <p:spPr>
          <a:xfrm xmlns:a="http://schemas.openxmlformats.org/drawingml/2006/main">
            <a:off x="8477250" y="6800850"/>
            <a:ext cx="666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625" b="0">
                <a:solidFill>
                  <a:srgbClr val="277C65"/>
                </a:solidFill>
                <a:latin typeface="Source Han Sans SC"/>
                <a:ea typeface="Source Han Sans SC"/>
                <a:cs typeface="Source Han Sans SC"/>
              </a:defRPr>
            </a:defPPr>
          </a:lstStyle>
          <a:p xmlns:a="http://schemas.openxmlformats.org/drawingml/2006/main">
            <a:pPr algn="ctr">
              <a:buNone/>
              <a:defRPr sz="2625" b="0">
                <a:solidFill>
                  <a:srgbClr val="277C65"/>
                </a:solidFill>
                <a:latin typeface="Source Han Sans SC"/>
                <a:ea typeface="Source Han Sans SC"/>
                <a:cs typeface="Source Han Sans SC"/>
              </a:defRPr>
            </a:pPr>
            <a:r>
              <a:rPr sz="2625" b="0">
                <a:solidFill>
                  <a:srgbClr val="277C65"/>
                </a:solidFill>
                <a:latin typeface="Source Han Sans SC"/>
                <a:ea typeface="Source Han Sans SC"/>
                <a:cs typeface="Source Han Sans SC"/>
              </a:rPr>
              <a:t>×</a:t>
            </a:r>
          </a:p>
        </p:txBody>
      </p:sp>
      <p:sp>
        <p:nvSpPr>
          <p:cNvPr id="31" name="step3:text-99">
            <a:extLst xmlns:a="http://schemas.openxmlformats.org/drawingml/2006/main">
              <a:ext uri="{FF2B5EF4-FFF2-40B4-BE49-F238E27FC236}">
                <a16:creationId xmlns:a16="http://schemas.microsoft.com/office/drawing/2014/main" id="{D75F576E-8D82-443F-A570-8076B154C677}"/>
              </a:ext>
            </a:extLst>
          </p:cNvPr>
          <p:cNvSpPr>
            <a:spLocks xmlns:a="http://schemas.openxmlformats.org/drawingml/2006/main" noGrp="1"/>
          </p:cNvSpPr>
          <p:nvPr/>
        </p:nvSpPr>
        <p:spPr>
          <a:xfrm xmlns:a="http://schemas.openxmlformats.org/drawingml/2006/main">
            <a:off x="9429750" y="6800850"/>
            <a:ext cx="3810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625" b="1">
                <a:solidFill>
                  <a:srgbClr val="193E33"/>
                </a:solidFill>
                <a:latin typeface="Source Han Sans SC"/>
                <a:ea typeface="Source Han Sans SC"/>
                <a:cs typeface="Source Han Sans SC"/>
              </a:defRPr>
            </a:defPPr>
          </a:lstStyle>
          <a:p xmlns:a="http://schemas.openxmlformats.org/drawingml/2006/main">
            <a:pPr algn="ctr">
              <a:buNone/>
              <a:defRPr sz="2625" b="1">
                <a:solidFill>
                  <a:srgbClr val="193E33"/>
                </a:solidFill>
                <a:latin typeface="Source Han Sans SC"/>
                <a:ea typeface="Source Han Sans SC"/>
                <a:cs typeface="Source Han Sans SC"/>
              </a:defRPr>
            </a:pPr>
            <a:r>
              <a:rPr sz="2625" b="1">
                <a:solidFill>
                  <a:srgbClr val="193E33"/>
                </a:solidFill>
                <a:latin typeface="Source Han Sans SC"/>
                <a:ea typeface="Source Han Sans SC"/>
                <a:cs typeface="Source Han Sans SC"/>
              </a:rPr>
              <a:t>Developer creativity</a:t>
            </a:r>
          </a:p>
        </p:txBody>
      </p:sp>
      <p:sp>
        <p:nvSpPr>
          <p:cNvPr id="32" name="step3:text-100">
            <a:extLst xmlns:a="http://schemas.openxmlformats.org/drawingml/2006/main">
              <a:ext uri="{FF2B5EF4-FFF2-40B4-BE49-F238E27FC236}">
                <a16:creationId xmlns:a16="http://schemas.microsoft.com/office/drawing/2014/main" id="{77826E3F-8C4F-482A-87CD-AB66C884595D}"/>
              </a:ext>
            </a:extLst>
          </p:cNvPr>
          <p:cNvSpPr>
            <a:spLocks xmlns:a="http://schemas.openxmlformats.org/drawingml/2006/main" noGrp="1"/>
          </p:cNvSpPr>
          <p:nvPr/>
        </p:nvSpPr>
        <p:spPr>
          <a:xfrm xmlns:a="http://schemas.openxmlformats.org/drawingml/2006/main">
            <a:off x="4953000" y="738187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668176"/>
                </a:solidFill>
                <a:latin typeface="Source Han Sans SC"/>
                <a:ea typeface="Source Han Sans SC"/>
                <a:cs typeface="Source Han Sans SC"/>
              </a:defRPr>
            </a:defPPr>
          </a:lstStyle>
          <a:p xmlns:a="http://schemas.openxmlformats.org/drawingml/2006/main">
            <a:pPr algn="ctr">
              <a:buNone/>
              <a:defRPr sz="1575" b="0">
                <a:solidFill>
                  <a:srgbClr val="668176"/>
                </a:solidFill>
                <a:latin typeface="Source Han Sans SC"/>
                <a:ea typeface="Source Han Sans SC"/>
                <a:cs typeface="Source Han Sans SC"/>
              </a:defRPr>
            </a:pPr>
            <a:r>
              <a:rPr sz="1575" b="0">
                <a:solidFill>
                  <a:srgbClr val="668176"/>
                </a:solidFill>
                <a:latin typeface="Source Han Sans SC"/>
                <a:ea typeface="Source Han Sans SC"/>
                <a:cs typeface="Source Han Sans SC"/>
              </a:rPr>
              <a:t>Affordable access</a:t>
            </a:r>
          </a:p>
        </p:txBody>
      </p:sp>
      <p:sp>
        <p:nvSpPr>
          <p:cNvPr id="33" name="step3:text-101">
            <a:extLst xmlns:a="http://schemas.openxmlformats.org/drawingml/2006/main">
              <a:ext uri="{FF2B5EF4-FFF2-40B4-BE49-F238E27FC236}">
                <a16:creationId xmlns:a16="http://schemas.microsoft.com/office/drawing/2014/main" id="{A1E9BE6C-D460-46C7-B614-BFD227D0F4DA}"/>
              </a:ext>
            </a:extLst>
          </p:cNvPr>
          <p:cNvSpPr>
            <a:spLocks xmlns:a="http://schemas.openxmlformats.org/drawingml/2006/main" noGrp="1"/>
          </p:cNvSpPr>
          <p:nvPr/>
        </p:nvSpPr>
        <p:spPr>
          <a:xfrm xmlns:a="http://schemas.openxmlformats.org/drawingml/2006/main">
            <a:off x="9429750" y="7381875"/>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668176"/>
                </a:solidFill>
                <a:latin typeface="Source Han Sans SC"/>
                <a:ea typeface="Source Han Sans SC"/>
                <a:cs typeface="Source Han Sans SC"/>
              </a:defRPr>
            </a:defPPr>
          </a:lstStyle>
          <a:p xmlns:a="http://schemas.openxmlformats.org/drawingml/2006/main">
            <a:pPr algn="ctr">
              <a:buNone/>
              <a:defRPr sz="1575" b="0">
                <a:solidFill>
                  <a:srgbClr val="668176"/>
                </a:solidFill>
                <a:latin typeface="Source Han Sans SC"/>
                <a:ea typeface="Source Han Sans SC"/>
                <a:cs typeface="Source Han Sans SC"/>
              </a:defRPr>
            </a:pPr>
            <a:r>
              <a:rPr sz="1575" b="0">
                <a:solidFill>
                  <a:srgbClr val="668176"/>
                </a:solidFill>
                <a:latin typeface="Source Han Sans SC"/>
                <a:ea typeface="Source Han Sans SC"/>
                <a:cs typeface="Source Han Sans SC"/>
              </a:rPr>
              <a:t>Capable use</a:t>
            </a:r>
          </a:p>
        </p:txBody>
      </p:sp>
      <p:sp>
        <p:nvSpPr>
          <p:cNvPr id="34" name="text-102">
            <a:extLst xmlns:a="http://schemas.openxmlformats.org/drawingml/2006/main">
              <a:ext uri="{FF2B5EF4-FFF2-40B4-BE49-F238E27FC236}">
                <a16:creationId xmlns:a16="http://schemas.microsoft.com/office/drawing/2014/main" id="{594F87EC-033D-4CAC-AA3D-5B9B17FC2DE5}"/>
              </a:ext>
            </a:extLst>
          </p:cNvPr>
          <p:cNvSpPr>
            <a:spLocks xmlns:a="http://schemas.openxmlformats.org/drawingml/2006/main" noGrp="1"/>
          </p:cNvSpPr>
          <p:nvPr/>
        </p:nvSpPr>
        <p:spPr>
          <a:xfrm xmlns:a="http://schemas.openxmlformats.org/drawingml/2006/main">
            <a:off x="714375" y="7734300"/>
            <a:ext cx="1381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668176"/>
                </a:solidFill>
                <a:latin typeface="Source Han Sans SC"/>
                <a:ea typeface="Source Han Sans SC"/>
                <a:cs typeface="Source Han Sans SC"/>
              </a:defRPr>
            </a:defPPr>
          </a:lstStyle>
          <a:p xmlns:a="http://schemas.openxmlformats.org/drawingml/2006/main">
            <a:pPr algn="ctr">
              <a:buNone/>
              <a:defRPr sz="1275" b="0">
                <a:solidFill>
                  <a:srgbClr val="668176"/>
                </a:solidFill>
                <a:latin typeface="Source Han Sans SC"/>
                <a:ea typeface="Source Han Sans SC"/>
                <a:cs typeface="Source Han Sans SC"/>
              </a:defRPr>
            </a:pPr>
            <a:r>
              <a:rPr sz="1275" b="0">
                <a:solidFill>
                  <a:srgbClr val="668176"/>
                </a:solidFill>
                <a:latin typeface="Source Han Sans SC"/>
                <a:ea typeface="Source Han Sans SC"/>
                <a:cs typeface="Source Han Sans SC"/>
              </a:rPr>
              <a:t>Multiplication expresses mutual reinforcement, not a quantitative impact formula.</a:t>
            </a:r>
          </a:p>
        </p:txBody>
      </p:sp>
    </p:spTree>
    <p:extLst>
      <p:ext uri="{BB962C8B-B14F-4D97-AF65-F5344CB8AC3E}">
        <p14:creationId xmlns:p14="http://schemas.microsoft.com/office/powerpoint/2010/main" val="1206984569"/>
      </p:ext>
    </p:extLst>
  </p:cSld>
</p:sld>
</file>

<file path=ppt/slides/slide5.xml><?xml version="1.0" encoding="utf-8"?>
<p:sld xmlns:p="http://schemas.openxmlformats.org/presentationml/2006/main">
  <p:cSld>
    <p:bg>
      <p:bgPr>
        <a:solidFill xmlns:a="http://schemas.openxmlformats.org/drawingml/2006/main">
          <a:srgbClr val="F3F5EE"/>
        </a:solidFill>
      </p:bgPr>
    </p:bg>
    <p:spTree>
      <p:nvGrpSpPr>
        <p:cNvPr id="1" name=""/>
        <p:cNvGrpSpPr/>
        <p:nvPr/>
      </p:nvGrpSpPr>
      <p:grpSpPr>
        <a:xfrm xmlns:a="http://schemas.openxmlformats.org/drawingml/2006/main"/>
      </p:grpSpPr>
      <p:sp>
        <p:nvSpPr>
          <p:cNvPr id="36" name="panel-103">
            <a:extLst xmlns:a="http://schemas.openxmlformats.org/drawingml/2006/main">
              <a:ext uri="{FF2B5EF4-FFF2-40B4-BE49-F238E27FC236}">
                <a16:creationId xmlns:a16="http://schemas.microsoft.com/office/drawing/2014/main" id="{4A1575D2-F4D9-420A-89B9-BA594D803D89}"/>
              </a:ext>
            </a:extLst>
          </p:cNvPr>
          <p:cNvSpPr>
            <a:spLocks xmlns:a="http://schemas.openxmlformats.org/drawingml/2006/main" noGrp="1"/>
          </p:cNvSpPr>
          <p:nvPr/>
        </p:nvSpPr>
        <p:spPr>
          <a:xfrm xmlns:a="http://schemas.openxmlformats.org/drawingml/2006/main">
            <a:off x="0" y="0"/>
            <a:ext cx="15240000" cy="742950"/>
          </a:xfrm>
          <a:prstGeom xmlns:a="http://schemas.openxmlformats.org/drawingml/2006/main" prst="rect">
            <a:avLst/>
          </a:prstGeom>
          <a:solidFill xmlns:a="http://schemas.openxmlformats.org/drawingml/2006/main">
            <a:srgbClr val="102C25"/>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F2D9C54B-5456-4D5E-98FC-F82657DA5754}"/>
              </a:ext>
            </a:extLst>
          </p:cNvPr>
          <p:cNvPicPr>
            <a:picLocks xmlns:a="http://schemas.openxmlformats.org/drawingml/2006/main" noChangeAspect="1"/>
          </p:cNvPicPr>
          <p:nvPr/>
        </p:nvPicPr>
        <p:blipFill>
          <a:blip xmlns:r="http://schemas.openxmlformats.org/officeDocument/2006/relationships" xmlns:a="http://schemas.openxmlformats.org/drawingml/2006/main" r:embed="R1f897e8950244bfd"/>
          <a:stretch xmlns:a="http://schemas.openxmlformats.org/drawingml/2006/main"/>
        </p:blipFill>
        <p:spPr>
          <a:xfrm xmlns:a="http://schemas.openxmlformats.org/drawingml/2006/main">
            <a:off x="966734" y="152400"/>
            <a:ext cx="1057383" cy="457200"/>
          </a:xfrm>
          <a:prstGeom xmlns:a="http://schemas.openxmlformats.org/drawingml/2006/main" prst="rect">
            <a:avLst/>
          </a:prstGeom>
        </p:spPr>
      </p:pic>
      <p:sp>
        <p:nvSpPr>
          <p:cNvPr id="3" name="text-104">
            <a:extLst xmlns:a="http://schemas.openxmlformats.org/drawingml/2006/main">
              <a:ext uri="{FF2B5EF4-FFF2-40B4-BE49-F238E27FC236}">
                <a16:creationId xmlns:a16="http://schemas.microsoft.com/office/drawing/2014/main" id="{2B51EB77-12C2-48EC-A420-A1C833627C2E}"/>
              </a:ext>
            </a:extLst>
          </p:cNvPr>
          <p:cNvSpPr>
            <a:spLocks xmlns:a="http://schemas.openxmlformats.org/drawingml/2006/main" noGrp="1"/>
          </p:cNvSpPr>
          <p:nvPr/>
        </p:nvSpPr>
        <p:spPr>
          <a:xfrm xmlns:a="http://schemas.openxmlformats.org/drawingml/2006/main">
            <a:off x="2667000" y="2095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75" b="0">
                <a:solidFill>
                  <a:srgbClr val="AFC5B6"/>
                </a:solidFill>
                <a:latin typeface="Source Han Sans SC"/>
                <a:ea typeface="Source Han Sans SC"/>
                <a:cs typeface="Source Han Sans SC"/>
              </a:defRPr>
            </a:defPPr>
          </a:lstStyle>
          <a:p xmlns:a="http://schemas.openxmlformats.org/drawingml/2006/main">
            <a:pPr algn="l">
              <a:buNone/>
              <a:defRPr sz="1275" b="0">
                <a:solidFill>
                  <a:srgbClr val="AFC5B6"/>
                </a:solidFill>
                <a:latin typeface="Source Han Sans SC"/>
                <a:ea typeface="Source Han Sans SC"/>
                <a:cs typeface="Source Han Sans SC"/>
              </a:defRPr>
            </a:pPr>
            <a:r>
              <a:rPr sz="1275" b="0">
                <a:solidFill>
                  <a:srgbClr val="AFC5B6"/>
                </a:solidFill>
                <a:latin typeface="Source Han Sans SC"/>
                <a:ea typeface="Source Han Sans SC"/>
                <a:cs typeface="Source Han Sans SC"/>
              </a:rPr>
              <a:t>AI FOR ALL</a:t>
            </a:r>
          </a:p>
        </p:txBody>
      </p:sp>
      <p:sp>
        <p:nvSpPr>
          <p:cNvPr id="4" name="text-105">
            <a:extLst xmlns:a="http://schemas.openxmlformats.org/drawingml/2006/main">
              <a:ext uri="{FF2B5EF4-FFF2-40B4-BE49-F238E27FC236}">
                <a16:creationId xmlns:a16="http://schemas.microsoft.com/office/drawing/2014/main" id="{7A8851CB-1B6F-4AD0-B6CC-D3230A372F93}"/>
              </a:ext>
            </a:extLst>
          </p:cNvPr>
          <p:cNvSpPr>
            <a:spLocks xmlns:a="http://schemas.openxmlformats.org/drawingml/2006/main" noGrp="1"/>
          </p:cNvSpPr>
          <p:nvPr/>
        </p:nvSpPr>
        <p:spPr>
          <a:xfrm xmlns:a="http://schemas.openxmlformats.org/drawingml/2006/main">
            <a:off x="13239750" y="209550"/>
            <a:ext cx="1295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425" b="0">
                <a:solidFill>
                  <a:srgbClr val="AFC5B6"/>
                </a:solidFill>
                <a:latin typeface="Source Han Sans SC"/>
                <a:ea typeface="Source Han Sans SC"/>
                <a:cs typeface="Source Han Sans SC"/>
              </a:defRPr>
            </a:defPPr>
          </a:lstStyle>
          <a:p xmlns:a="http://schemas.openxmlformats.org/drawingml/2006/main">
            <a:pPr algn="r">
              <a:buNone/>
              <a:defRPr sz="1425" b="0">
                <a:solidFill>
                  <a:srgbClr val="AFC5B6"/>
                </a:solidFill>
                <a:latin typeface="Source Han Sans SC"/>
                <a:ea typeface="Source Han Sans SC"/>
                <a:cs typeface="Source Han Sans SC"/>
              </a:defRPr>
            </a:pPr>
            <a:r>
              <a:rPr sz="1425" b="0">
                <a:solidFill>
                  <a:srgbClr val="AFC5B6"/>
                </a:solidFill>
                <a:latin typeface="Source Han Sans SC"/>
                <a:ea typeface="Source Han Sans SC"/>
                <a:cs typeface="Source Han Sans SC"/>
              </a:rPr>
              <a:t>05 / 10</a:t>
            </a:r>
          </a:p>
        </p:txBody>
      </p:sp>
      <p:sp>
        <p:nvSpPr>
          <p:cNvPr id="5" name="text-106">
            <a:extLst xmlns:a="http://schemas.openxmlformats.org/drawingml/2006/main">
              <a:ext uri="{FF2B5EF4-FFF2-40B4-BE49-F238E27FC236}">
                <a16:creationId xmlns:a16="http://schemas.microsoft.com/office/drawing/2014/main" id="{9147BBA9-7911-4239-9A73-C7A80F49450E}"/>
              </a:ext>
            </a:extLst>
          </p:cNvPr>
          <p:cNvSpPr>
            <a:spLocks xmlns:a="http://schemas.openxmlformats.org/drawingml/2006/main" noGrp="1"/>
          </p:cNvSpPr>
          <p:nvPr/>
        </p:nvSpPr>
        <p:spPr>
          <a:xfrm xmlns:a="http://schemas.openxmlformats.org/drawingml/2006/main">
            <a:off x="704850" y="97155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668176"/>
                </a:solidFill>
                <a:latin typeface="Source Han Sans SC"/>
                <a:ea typeface="Source Han Sans SC"/>
                <a:cs typeface="Source Han Sans SC"/>
              </a:defRPr>
            </a:defPPr>
          </a:lstStyle>
          <a:p xmlns:a="http://schemas.openxmlformats.org/drawingml/2006/main">
            <a:pPr algn="l">
              <a:buNone/>
              <a:defRPr sz="1350" b="0">
                <a:solidFill>
                  <a:srgbClr val="668176"/>
                </a:solidFill>
                <a:latin typeface="Source Han Sans SC"/>
                <a:ea typeface="Source Han Sans SC"/>
                <a:cs typeface="Source Han Sans SC"/>
              </a:defRPr>
            </a:pPr>
            <a:r>
              <a:rPr sz="1350" b="0">
                <a:solidFill>
                  <a:srgbClr val="668176"/>
                </a:solidFill>
                <a:latin typeface="Source Han Sans SC"/>
                <a:ea typeface="Source Han Sans SC"/>
                <a:cs typeface="Source Han Sans SC"/>
              </a:rPr>
              <a:t>The public-goods path</a:t>
            </a:r>
          </a:p>
        </p:txBody>
      </p:sp>
      <p:sp>
        <p:nvSpPr>
          <p:cNvPr id="6" name="text-107">
            <a:extLst xmlns:a="http://schemas.openxmlformats.org/drawingml/2006/main">
              <a:ext uri="{FF2B5EF4-FFF2-40B4-BE49-F238E27FC236}">
                <a16:creationId xmlns:a16="http://schemas.microsoft.com/office/drawing/2014/main" id="{B49B17AE-F566-45DF-AB10-E01A43B7E502}"/>
              </a:ext>
            </a:extLst>
          </p:cNvPr>
          <p:cNvSpPr>
            <a:spLocks xmlns:a="http://schemas.openxmlformats.org/drawingml/2006/main" noGrp="1"/>
          </p:cNvSpPr>
          <p:nvPr/>
        </p:nvSpPr>
        <p:spPr>
          <a:xfrm xmlns:a="http://schemas.openxmlformats.org/drawingml/2006/main">
            <a:off x="685800" y="1381125"/>
            <a:ext cx="13868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93E33"/>
                </a:solidFill>
                <a:latin typeface="Source Han Sans SC"/>
                <a:ea typeface="Source Han Sans SC"/>
                <a:cs typeface="Source Han Sans SC"/>
              </a:defRPr>
            </a:defPPr>
          </a:lstStyle>
          <a:p xmlns:a="http://schemas.openxmlformats.org/drawingml/2006/main">
            <a:pPr algn="l">
              <a:buNone/>
              <a:defRPr sz="3600" b="1">
                <a:solidFill>
                  <a:srgbClr val="193E33"/>
                </a:solidFill>
                <a:latin typeface="Source Han Sans SC"/>
                <a:ea typeface="Source Han Sans SC"/>
                <a:cs typeface="Source Han Sans SC"/>
              </a:defRPr>
            </a:pPr>
            <a:r>
              <a:rPr sz="3600" b="1">
                <a:solidFill>
                  <a:srgbClr val="193E33"/>
                </a:solidFill>
                <a:latin typeface="Source Han Sans SC"/>
                <a:ea typeface="Source Han Sans SC"/>
                <a:cs typeface="Source Han Sans SC"/>
              </a:rPr>
              <a:t>Shared results become real help</a:t>
            </a:r>
          </a:p>
        </p:txBody>
      </p:sp>
      <p:sp>
        <p:nvSpPr>
          <p:cNvPr id="7" name="text-108">
            <a:extLst xmlns:a="http://schemas.openxmlformats.org/drawingml/2006/main">
              <a:ext uri="{FF2B5EF4-FFF2-40B4-BE49-F238E27FC236}">
                <a16:creationId xmlns:a16="http://schemas.microsoft.com/office/drawing/2014/main" id="{BE17F1FA-D841-4177-8AC6-E11ABADD61CC}"/>
              </a:ext>
            </a:extLst>
          </p:cNvPr>
          <p:cNvSpPr>
            <a:spLocks xmlns:a="http://schemas.openxmlformats.org/drawingml/2006/main" noGrp="1"/>
          </p:cNvSpPr>
          <p:nvPr/>
        </p:nvSpPr>
        <p:spPr>
          <a:xfrm xmlns:a="http://schemas.openxmlformats.org/drawingml/2006/main">
            <a:off x="704850" y="2152650"/>
            <a:ext cx="1381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668176"/>
                </a:solidFill>
                <a:latin typeface="Source Han Sans SC"/>
                <a:ea typeface="Source Han Sans SC"/>
                <a:cs typeface="Source Han Sans SC"/>
              </a:defRPr>
            </a:defPPr>
          </a:lstStyle>
          <a:p xmlns:a="http://schemas.openxmlformats.org/drawingml/2006/main">
            <a:pPr algn="l">
              <a:buNone/>
              <a:defRPr sz="1800" b="0">
                <a:solidFill>
                  <a:srgbClr val="668176"/>
                </a:solidFill>
                <a:latin typeface="Source Han Sans SC"/>
                <a:ea typeface="Source Han Sans SC"/>
                <a:cs typeface="Source Han Sans SC"/>
              </a:defRPr>
            </a:pPr>
            <a:r>
              <a:rPr sz="1800" b="0">
                <a:solidFill>
                  <a:srgbClr val="668176"/>
                </a:solidFill>
                <a:latin typeface="Source Han Sans SC"/>
                <a:ea typeface="Source Han Sans SC"/>
                <a:cs typeface="Source Han Sans SC"/>
              </a:rPr>
              <a:t>Digital public goods connect developer creativity with practical benefit.</a:t>
            </a:r>
          </a:p>
        </p:txBody>
      </p:sp>
      <p:sp>
        <p:nvSpPr>
          <p:cNvPr id="8" name="line-109">
            <a:extLst xmlns:a="http://schemas.openxmlformats.org/drawingml/2006/main">
              <a:ext uri="{FF2B5EF4-FFF2-40B4-BE49-F238E27FC236}">
                <a16:creationId xmlns:a16="http://schemas.microsoft.com/office/drawing/2014/main" id="{B41666EF-3F95-4FF8-9734-2F7D9AF1333D}"/>
              </a:ext>
            </a:extLst>
          </p:cNvPr>
          <p:cNvSpPr>
            <a:spLocks xmlns:a="http://schemas.openxmlformats.org/drawingml/2006/main" noGrp="1"/>
          </p:cNvSpPr>
          <p:nvPr/>
        </p:nvSpPr>
        <p:spPr>
          <a:xfrm xmlns:a="http://schemas.openxmlformats.org/drawingml/2006/main">
            <a:off x="685800" y="8058150"/>
            <a:ext cx="13868400" cy="0"/>
          </a:xfrm>
          <a:prstGeom xmlns:a="http://schemas.openxmlformats.org/drawingml/2006/main" prst="line">
            <a:avLst/>
          </a:prstGeom>
          <a:noFill xmlns:a="http://schemas.openxmlformats.org/drawingml/2006/main"/>
          <a:ln xmlns:a="http://schemas.openxmlformats.org/drawingml/2006/main" w="9525">
            <a:solidFill>
              <a:srgbClr val="D6DFD3"/>
            </a:solidFill>
            <a:prstDash val="solid"/>
          </a:ln>
        </p:spPr>
      </p:sp>
      <p:sp>
        <p:nvSpPr>
          <p:cNvPr id="9" name="text-110">
            <a:extLst xmlns:a="http://schemas.openxmlformats.org/drawingml/2006/main">
              <a:ext uri="{FF2B5EF4-FFF2-40B4-BE49-F238E27FC236}">
                <a16:creationId xmlns:a16="http://schemas.microsoft.com/office/drawing/2014/main" id="{7DD9423C-C74E-456F-A619-F3A0778A324C}"/>
              </a:ext>
            </a:extLst>
          </p:cNvPr>
          <p:cNvSpPr>
            <a:spLocks xmlns:a="http://schemas.openxmlformats.org/drawingml/2006/main" noGrp="1"/>
          </p:cNvSpPr>
          <p:nvPr/>
        </p:nvSpPr>
        <p:spPr>
          <a:xfrm xmlns:a="http://schemas.openxmlformats.org/drawingml/2006/main">
            <a:off x="704850" y="81724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25" b="0">
                <a:solidFill>
                  <a:srgbClr val="668176"/>
                </a:solidFill>
                <a:latin typeface="Source Han Sans SC"/>
                <a:ea typeface="Source Han Sans SC"/>
                <a:cs typeface="Source Han Sans SC"/>
              </a:defRPr>
            </a:defPPr>
          </a:lstStyle>
          <a:p xmlns:a="http://schemas.openxmlformats.org/drawingml/2006/main">
            <a:pPr algn="l">
              <a:buNone/>
              <a:defRPr sz="1125" b="0">
                <a:solidFill>
                  <a:srgbClr val="668176"/>
                </a:solidFill>
                <a:latin typeface="Source Han Sans SC"/>
                <a:ea typeface="Source Han Sans SC"/>
                <a:cs typeface="Source Han Sans SC"/>
              </a:defRPr>
            </a:pPr>
            <a:r>
              <a:rPr sz="1125" b="0">
                <a:solidFill>
                  <a:srgbClr val="668176"/>
                </a:solidFill>
                <a:latin typeface="Source Han Sans SC"/>
                <a:ea typeface="Source Han Sans SC"/>
                <a:cs typeface="Source Han Sans SC"/>
              </a:rPr>
              <a:t>AI for All Manifesto</a:t>
            </a:r>
          </a:p>
        </p:txBody>
      </p:sp>
      <p:sp>
        <p:nvSpPr>
          <p:cNvPr id="10" name="text-111">
            <a:extLst xmlns:a="http://schemas.openxmlformats.org/drawingml/2006/main">
              <a:ext uri="{FF2B5EF4-FFF2-40B4-BE49-F238E27FC236}">
                <a16:creationId xmlns:a16="http://schemas.microsoft.com/office/drawing/2014/main" id="{40C633F9-E63E-4ECF-8261-B6F5E485AD4C}"/>
              </a:ext>
            </a:extLst>
          </p:cNvPr>
          <p:cNvSpPr>
            <a:spLocks xmlns:a="http://schemas.openxmlformats.org/drawingml/2006/main" noGrp="1"/>
          </p:cNvSpPr>
          <p:nvPr/>
        </p:nvSpPr>
        <p:spPr>
          <a:xfrm xmlns:a="http://schemas.openxmlformats.org/drawingml/2006/main">
            <a:off x="12192000" y="8172450"/>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125" b="0">
                <a:solidFill>
                  <a:srgbClr val="668176"/>
                </a:solidFill>
                <a:latin typeface="Source Han Sans SC"/>
                <a:ea typeface="Source Han Sans SC"/>
                <a:cs typeface="Source Han Sans SC"/>
              </a:defRPr>
            </a:defPPr>
          </a:lstStyle>
          <a:p xmlns:a="http://schemas.openxmlformats.org/drawingml/2006/main">
            <a:pPr algn="r">
              <a:buNone/>
              <a:defRPr sz="1125" b="0">
                <a:solidFill>
                  <a:srgbClr val="668176"/>
                </a:solidFill>
                <a:latin typeface="Source Han Sans SC"/>
                <a:ea typeface="Source Han Sans SC"/>
                <a:cs typeface="Source Han Sans SC"/>
              </a:defRPr>
            </a:pPr>
            <a:r>
              <a:rPr sz="1125" b="0">
                <a:solidFill>
                  <a:srgbClr val="668176"/>
                </a:solidFill>
                <a:latin typeface="Source Han Sans SC"/>
                <a:ea typeface="Source Han Sans SC"/>
                <a:cs typeface="Source Han Sans SC"/>
              </a:rPr>
              <a:t>X-lab AI</a:t>
            </a:r>
          </a:p>
        </p:txBody>
      </p:sp>
      <p:sp>
        <p:nvSpPr>
          <p:cNvPr id="11" name="step1:panel-112">
            <a:extLst xmlns:a="http://schemas.openxmlformats.org/drawingml/2006/main">
              <a:ext uri="{FF2B5EF4-FFF2-40B4-BE49-F238E27FC236}">
                <a16:creationId xmlns:a16="http://schemas.microsoft.com/office/drawing/2014/main" id="{8A219EF2-1C57-4EEB-A463-8F6B89D84C16}"/>
              </a:ext>
            </a:extLst>
          </p:cNvPr>
          <p:cNvSpPr>
            <a:spLocks xmlns:a="http://schemas.openxmlformats.org/drawingml/2006/main" noGrp="1"/>
          </p:cNvSpPr>
          <p:nvPr/>
        </p:nvSpPr>
        <p:spPr>
          <a:xfrm xmlns:a="http://schemas.openxmlformats.org/drawingml/2006/main">
            <a:off x="685800" y="3095625"/>
            <a:ext cx="2981325" cy="2076450"/>
          </a:xfrm>
          <a:prstGeom xmlns:a="http://schemas.openxmlformats.org/drawingml/2006/main" prst="roundRect">
            <a:avLst>
              <a:gd name="adj" fmla="val 2752"/>
            </a:avLst>
          </a:prstGeom>
          <a:solidFill xmlns:a="http://schemas.openxmlformats.org/drawingml/2006/main">
            <a:srgbClr val="FFFFFF"/>
          </a:solidFill>
          <a:ln xmlns:a="http://schemas.openxmlformats.org/drawingml/2006/main" w="9525">
            <a:solidFill>
              <a:srgbClr val="D6DFD3"/>
            </a:solidFill>
            <a:prstDash val="solid"/>
          </a:ln>
        </p:spPr>
      </p:sp>
      <p:sp>
        <p:nvSpPr>
          <p:cNvPr id="12" name="step1:text-113">
            <a:extLst xmlns:a="http://schemas.openxmlformats.org/drawingml/2006/main">
              <a:ext uri="{FF2B5EF4-FFF2-40B4-BE49-F238E27FC236}">
                <a16:creationId xmlns:a16="http://schemas.microsoft.com/office/drawing/2014/main" id="{A51F18D0-8B98-4FDD-BBCC-6D11610F3871}"/>
              </a:ext>
            </a:extLst>
          </p:cNvPr>
          <p:cNvSpPr>
            <a:spLocks xmlns:a="http://schemas.openxmlformats.org/drawingml/2006/main" noGrp="1"/>
          </p:cNvSpPr>
          <p:nvPr/>
        </p:nvSpPr>
        <p:spPr>
          <a:xfrm xmlns:a="http://schemas.openxmlformats.org/drawingml/2006/main">
            <a:off x="904875" y="3333750"/>
            <a:ext cx="257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668176"/>
                </a:solidFill>
                <a:latin typeface="Source Han Sans SC"/>
                <a:ea typeface="Source Han Sans SC"/>
                <a:cs typeface="Source Han Sans SC"/>
              </a:defRPr>
            </a:defPPr>
          </a:lstStyle>
          <a:p xmlns:a="http://schemas.openxmlformats.org/drawingml/2006/main">
            <a:pPr algn="l">
              <a:buNone/>
              <a:defRPr sz="1425" b="0">
                <a:solidFill>
                  <a:srgbClr val="668176"/>
                </a:solidFill>
                <a:latin typeface="Source Han Sans SC"/>
                <a:ea typeface="Source Han Sans SC"/>
                <a:cs typeface="Source Han Sans SC"/>
              </a:defRPr>
            </a:pPr>
            <a:r>
              <a:rPr sz="1425" b="0">
                <a:solidFill>
                  <a:srgbClr val="668176"/>
                </a:solidFill>
                <a:latin typeface="Source Han Sans SC"/>
                <a:ea typeface="Source Han Sans SC"/>
                <a:cs typeface="Source Han Sans SC"/>
              </a:rPr>
              <a:t>01 / CAPABILITY</a:t>
            </a:r>
          </a:p>
        </p:txBody>
      </p:sp>
      <p:sp>
        <p:nvSpPr>
          <p:cNvPr id="13" name="step1:text-114">
            <a:extLst xmlns:a="http://schemas.openxmlformats.org/drawingml/2006/main">
              <a:ext uri="{FF2B5EF4-FFF2-40B4-BE49-F238E27FC236}">
                <a16:creationId xmlns:a16="http://schemas.microsoft.com/office/drawing/2014/main" id="{7960ED25-CE65-4738-B4F4-0CD1E8509746}"/>
              </a:ext>
            </a:extLst>
          </p:cNvPr>
          <p:cNvSpPr>
            <a:spLocks xmlns:a="http://schemas.openxmlformats.org/drawingml/2006/main" noGrp="1"/>
          </p:cNvSpPr>
          <p:nvPr/>
        </p:nvSpPr>
        <p:spPr>
          <a:xfrm xmlns:a="http://schemas.openxmlformats.org/drawingml/2006/main">
            <a:off x="904875" y="3829050"/>
            <a:ext cx="2619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00" b="1">
                <a:solidFill>
                  <a:srgbClr val="193E33"/>
                </a:solidFill>
                <a:latin typeface="Source Han Sans SC"/>
                <a:ea typeface="Source Han Sans SC"/>
                <a:cs typeface="Source Han Sans SC"/>
              </a:defRPr>
            </a:defPPr>
          </a:lstStyle>
          <a:p xmlns:a="http://schemas.openxmlformats.org/drawingml/2006/main">
            <a:pPr algn="l">
              <a:buNone/>
              <a:defRPr sz="2400" b="1">
                <a:solidFill>
                  <a:srgbClr val="193E33"/>
                </a:solidFill>
                <a:latin typeface="Source Han Sans SC"/>
                <a:ea typeface="Source Han Sans SC"/>
                <a:cs typeface="Source Han Sans SC"/>
              </a:defRPr>
            </a:pPr>
            <a:r>
              <a:rPr sz="2400" b="1">
                <a:solidFill>
                  <a:srgbClr val="193E33"/>
                </a:solidFill>
                <a:latin typeface="Source Han Sans SC"/>
                <a:ea typeface="Source Han Sans SC"/>
                <a:cs typeface="Source Han Sans SC"/>
              </a:rPr>
              <a:t>AI capabilities</a:t>
            </a:r>
          </a:p>
        </p:txBody>
      </p:sp>
      <p:sp>
        <p:nvSpPr>
          <p:cNvPr id="14" name="step1:text-115">
            <a:extLst xmlns:a="http://schemas.openxmlformats.org/drawingml/2006/main">
              <a:ext uri="{FF2B5EF4-FFF2-40B4-BE49-F238E27FC236}">
                <a16:creationId xmlns:a16="http://schemas.microsoft.com/office/drawing/2014/main" id="{ADAFB36A-212A-42CF-B5CF-5CFA8B9AA61D}"/>
              </a:ext>
            </a:extLst>
          </p:cNvPr>
          <p:cNvSpPr>
            <a:spLocks xmlns:a="http://schemas.openxmlformats.org/drawingml/2006/main" noGrp="1"/>
          </p:cNvSpPr>
          <p:nvPr/>
        </p:nvSpPr>
        <p:spPr>
          <a:xfrm xmlns:a="http://schemas.openxmlformats.org/drawingml/2006/main">
            <a:off x="904875" y="4572000"/>
            <a:ext cx="2619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0">
                <a:solidFill>
                  <a:srgbClr val="668176"/>
                </a:solidFill>
                <a:latin typeface="Source Han Sans SC"/>
                <a:ea typeface="Source Han Sans SC"/>
                <a:cs typeface="Source Han Sans SC"/>
              </a:defRPr>
            </a:defPPr>
          </a:lstStyle>
          <a:p xmlns:a="http://schemas.openxmlformats.org/drawingml/2006/main">
            <a:pPr algn="l">
              <a:buNone/>
              <a:defRPr sz="1650" b="0">
                <a:solidFill>
                  <a:srgbClr val="668176"/>
                </a:solidFill>
                <a:latin typeface="Source Han Sans SC"/>
                <a:ea typeface="Source Han Sans SC"/>
                <a:cs typeface="Source Han Sans SC"/>
              </a:defRPr>
            </a:pPr>
            <a:r>
              <a:rPr sz="1650" b="0">
                <a:solidFill>
                  <a:srgbClr val="668176"/>
                </a:solidFill>
                <a:latin typeface="Source Han Sans SC"/>
                <a:ea typeface="Source Han Sans SC"/>
                <a:cs typeface="Source Han Sans SC"/>
              </a:rPr>
              <a:t>Technology and creativity</a:t>
            </a:r>
          </a:p>
        </p:txBody>
      </p:sp>
      <p:sp>
        <p:nvSpPr>
          <p:cNvPr id="15" name="step2:panel-116">
            <a:extLst xmlns:a="http://schemas.openxmlformats.org/drawingml/2006/main">
              <a:ext uri="{FF2B5EF4-FFF2-40B4-BE49-F238E27FC236}">
                <a16:creationId xmlns:a16="http://schemas.microsoft.com/office/drawing/2014/main" id="{619ED0AC-02F7-4460-8DF6-9FEA70D50F02}"/>
              </a:ext>
            </a:extLst>
          </p:cNvPr>
          <p:cNvSpPr>
            <a:spLocks xmlns:a="http://schemas.openxmlformats.org/drawingml/2006/main" noGrp="1"/>
          </p:cNvSpPr>
          <p:nvPr/>
        </p:nvSpPr>
        <p:spPr>
          <a:xfrm xmlns:a="http://schemas.openxmlformats.org/drawingml/2006/main">
            <a:off x="4314825" y="3095625"/>
            <a:ext cx="2981325" cy="2076450"/>
          </a:xfrm>
          <a:prstGeom xmlns:a="http://schemas.openxmlformats.org/drawingml/2006/main" prst="roundRect">
            <a:avLst>
              <a:gd name="adj" fmla="val 2752"/>
            </a:avLst>
          </a:prstGeom>
          <a:solidFill xmlns:a="http://schemas.openxmlformats.org/drawingml/2006/main">
            <a:srgbClr val="E0ECD8"/>
          </a:solidFill>
          <a:ln xmlns:a="http://schemas.openxmlformats.org/drawingml/2006/main" w="9525">
            <a:solidFill>
              <a:srgbClr val="D6DFD3"/>
            </a:solidFill>
            <a:prstDash val="solid"/>
          </a:ln>
        </p:spPr>
      </p:sp>
      <p:sp>
        <p:nvSpPr>
          <p:cNvPr id="16" name="step2:text-117">
            <a:extLst xmlns:a="http://schemas.openxmlformats.org/drawingml/2006/main">
              <a:ext uri="{FF2B5EF4-FFF2-40B4-BE49-F238E27FC236}">
                <a16:creationId xmlns:a16="http://schemas.microsoft.com/office/drawing/2014/main" id="{827CA069-47C0-4D16-AEF3-8BB46B20EFCE}"/>
              </a:ext>
            </a:extLst>
          </p:cNvPr>
          <p:cNvSpPr>
            <a:spLocks xmlns:a="http://schemas.openxmlformats.org/drawingml/2006/main" noGrp="1"/>
          </p:cNvSpPr>
          <p:nvPr/>
        </p:nvSpPr>
        <p:spPr>
          <a:xfrm xmlns:a="http://schemas.openxmlformats.org/drawingml/2006/main">
            <a:off x="4533900" y="3333750"/>
            <a:ext cx="257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668176"/>
                </a:solidFill>
                <a:latin typeface="Source Han Sans SC"/>
                <a:ea typeface="Source Han Sans SC"/>
                <a:cs typeface="Source Han Sans SC"/>
              </a:defRPr>
            </a:defPPr>
          </a:lstStyle>
          <a:p xmlns:a="http://schemas.openxmlformats.org/drawingml/2006/main">
            <a:pPr algn="l">
              <a:buNone/>
              <a:defRPr sz="1425" b="0">
                <a:solidFill>
                  <a:srgbClr val="668176"/>
                </a:solidFill>
                <a:latin typeface="Source Han Sans SC"/>
                <a:ea typeface="Source Han Sans SC"/>
                <a:cs typeface="Source Han Sans SC"/>
              </a:defRPr>
            </a:pPr>
            <a:r>
              <a:rPr sz="1425" b="0">
                <a:solidFill>
                  <a:srgbClr val="668176"/>
                </a:solidFill>
                <a:latin typeface="Source Han Sans SC"/>
                <a:ea typeface="Source Han Sans SC"/>
                <a:cs typeface="Source Han Sans SC"/>
              </a:rPr>
              <a:t>02 / SHARING</a:t>
            </a:r>
          </a:p>
        </p:txBody>
      </p:sp>
      <p:sp>
        <p:nvSpPr>
          <p:cNvPr id="17" name="step2:text-118">
            <a:extLst xmlns:a="http://schemas.openxmlformats.org/drawingml/2006/main">
              <a:ext uri="{FF2B5EF4-FFF2-40B4-BE49-F238E27FC236}">
                <a16:creationId xmlns:a16="http://schemas.microsoft.com/office/drawing/2014/main" id="{DF7713E8-2393-452F-A744-F65B6C083235}"/>
              </a:ext>
            </a:extLst>
          </p:cNvPr>
          <p:cNvSpPr>
            <a:spLocks xmlns:a="http://schemas.openxmlformats.org/drawingml/2006/main" noGrp="1"/>
          </p:cNvSpPr>
          <p:nvPr/>
        </p:nvSpPr>
        <p:spPr>
          <a:xfrm xmlns:a="http://schemas.openxmlformats.org/drawingml/2006/main">
            <a:off x="4533900" y="3829050"/>
            <a:ext cx="2619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38" b="1">
                <a:solidFill>
                  <a:srgbClr val="193E33"/>
                </a:solidFill>
                <a:latin typeface="Source Han Sans SC"/>
                <a:ea typeface="Source Han Sans SC"/>
                <a:cs typeface="Source Han Sans SC"/>
              </a:defRPr>
            </a:defPPr>
          </a:lstStyle>
          <a:p xmlns:a="http://schemas.openxmlformats.org/drawingml/2006/main">
            <a:pPr algn="l">
              <a:buNone/>
              <a:defRPr sz="2138" b="1">
                <a:solidFill>
                  <a:srgbClr val="193E33"/>
                </a:solidFill>
                <a:latin typeface="Source Han Sans SC"/>
                <a:ea typeface="Source Han Sans SC"/>
                <a:cs typeface="Source Han Sans SC"/>
              </a:defRPr>
            </a:pPr>
            <a:r>
              <a:rPr sz="2138" b="1">
                <a:solidFill>
                  <a:srgbClr val="193E33"/>
                </a:solidFill>
                <a:latin typeface="Source Han Sans SC"/>
                <a:ea typeface="Source Han Sans SC"/>
                <a:cs typeface="Source Han Sans SC"/>
              </a:rPr>
              <a:t>Digital public goods</a:t>
            </a:r>
          </a:p>
        </p:txBody>
      </p:sp>
      <p:sp>
        <p:nvSpPr>
          <p:cNvPr id="18" name="step2:text-119">
            <a:extLst xmlns:a="http://schemas.openxmlformats.org/drawingml/2006/main">
              <a:ext uri="{FF2B5EF4-FFF2-40B4-BE49-F238E27FC236}">
                <a16:creationId xmlns:a16="http://schemas.microsoft.com/office/drawing/2014/main" id="{C08C95E6-7211-4336-AA78-E61493D61345}"/>
              </a:ext>
            </a:extLst>
          </p:cNvPr>
          <p:cNvSpPr>
            <a:spLocks xmlns:a="http://schemas.openxmlformats.org/drawingml/2006/main" noGrp="1"/>
          </p:cNvSpPr>
          <p:nvPr/>
        </p:nvSpPr>
        <p:spPr>
          <a:xfrm xmlns:a="http://schemas.openxmlformats.org/drawingml/2006/main">
            <a:off x="4533900" y="4572000"/>
            <a:ext cx="2619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0">
                <a:solidFill>
                  <a:srgbClr val="668176"/>
                </a:solidFill>
                <a:latin typeface="Source Han Sans SC"/>
                <a:ea typeface="Source Han Sans SC"/>
                <a:cs typeface="Source Han Sans SC"/>
              </a:defRPr>
            </a:defPPr>
          </a:lstStyle>
          <a:p xmlns:a="http://schemas.openxmlformats.org/drawingml/2006/main">
            <a:pPr algn="l">
              <a:buNone/>
              <a:defRPr sz="1575" b="0">
                <a:solidFill>
                  <a:srgbClr val="668176"/>
                </a:solidFill>
                <a:latin typeface="Source Han Sans SC"/>
                <a:ea typeface="Source Han Sans SC"/>
                <a:cs typeface="Source Han Sans SC"/>
              </a:defRPr>
            </a:pPr>
            <a:r>
              <a:rPr sz="1575" b="0">
                <a:solidFill>
                  <a:srgbClr val="668176"/>
                </a:solidFill>
                <a:latin typeface="Source Han Sans SC"/>
                <a:ea typeface="Source Han Sans SC"/>
                <a:cs typeface="Source Han Sans SC"/>
              </a:rPr>
              <a:t>Tools, data and knowledge</a:t>
            </a:r>
          </a:p>
        </p:txBody>
      </p:sp>
      <p:cxnSp>
        <p:nvCxnSpPr>
          <p:cNvPr id="19" name="step2:arrow-120">
            <a:extLst xmlns:a="http://schemas.openxmlformats.org/drawingml/2006/main">
              <a:ext uri="{FF2B5EF4-FFF2-40B4-BE49-F238E27FC236}">
                <a16:creationId xmlns:a16="http://schemas.microsoft.com/office/drawing/2014/main" id="{E468137E-37CF-43F5-B88C-35CF84F8B762}"/>
              </a:ext>
            </a:extLst>
          </p:cNvPr>
          <p:cNvCxnSpPr/>
          <p:nvPr/>
        </p:nvCxnSpPr>
        <p:spPr>
          <a:xfrm xmlns:a="http://schemas.openxmlformats.org/drawingml/2006/main">
            <a:off x="3771900" y="4133850"/>
            <a:ext cx="419100" cy="0"/>
          </a:xfrm>
          <a:prstGeom xmlns:a="http://schemas.openxmlformats.org/drawingml/2006/main" prst="straightConnector1">
            <a:avLst/>
          </a:prstGeom>
          <a:ln xmlns:a="http://schemas.openxmlformats.org/drawingml/2006/main" w="20955">
            <a:solidFill>
              <a:srgbClr val="277C65"/>
            </a:solidFill>
            <a:tailEnd type="triangle" w="med" len="med"/>
          </a:ln>
        </p:spPr>
      </p:cxnSp>
      <p:sp>
        <p:nvSpPr>
          <p:cNvPr id="20" name="step3:panel-121">
            <a:extLst xmlns:a="http://schemas.openxmlformats.org/drawingml/2006/main">
              <a:ext uri="{FF2B5EF4-FFF2-40B4-BE49-F238E27FC236}">
                <a16:creationId xmlns:a16="http://schemas.microsoft.com/office/drawing/2014/main" id="{9621029D-9EC4-43CE-BCD2-41C1B8C3F976}"/>
              </a:ext>
            </a:extLst>
          </p:cNvPr>
          <p:cNvSpPr>
            <a:spLocks xmlns:a="http://schemas.openxmlformats.org/drawingml/2006/main" noGrp="1"/>
          </p:cNvSpPr>
          <p:nvPr/>
        </p:nvSpPr>
        <p:spPr>
          <a:xfrm xmlns:a="http://schemas.openxmlformats.org/drawingml/2006/main">
            <a:off x="7943850" y="3095625"/>
            <a:ext cx="2981325" cy="2076450"/>
          </a:xfrm>
          <a:prstGeom xmlns:a="http://schemas.openxmlformats.org/drawingml/2006/main" prst="roundRect">
            <a:avLst>
              <a:gd name="adj" fmla="val 2752"/>
            </a:avLst>
          </a:prstGeom>
          <a:solidFill xmlns:a="http://schemas.openxmlformats.org/drawingml/2006/main">
            <a:srgbClr val="FFFFFF"/>
          </a:solidFill>
          <a:ln xmlns:a="http://schemas.openxmlformats.org/drawingml/2006/main" w="9525">
            <a:solidFill>
              <a:srgbClr val="D6DFD3"/>
            </a:solidFill>
            <a:prstDash val="solid"/>
          </a:ln>
        </p:spPr>
      </p:sp>
      <p:sp>
        <p:nvSpPr>
          <p:cNvPr id="21" name="step3:text-122">
            <a:extLst xmlns:a="http://schemas.openxmlformats.org/drawingml/2006/main">
              <a:ext uri="{FF2B5EF4-FFF2-40B4-BE49-F238E27FC236}">
                <a16:creationId xmlns:a16="http://schemas.microsoft.com/office/drawing/2014/main" id="{E198B747-3778-4E5D-B846-E43B8FCDF7F7}"/>
              </a:ext>
            </a:extLst>
          </p:cNvPr>
          <p:cNvSpPr>
            <a:spLocks xmlns:a="http://schemas.openxmlformats.org/drawingml/2006/main" noGrp="1"/>
          </p:cNvSpPr>
          <p:nvPr/>
        </p:nvSpPr>
        <p:spPr>
          <a:xfrm xmlns:a="http://schemas.openxmlformats.org/drawingml/2006/main">
            <a:off x="8162925" y="3333750"/>
            <a:ext cx="257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668176"/>
                </a:solidFill>
                <a:latin typeface="Source Han Sans SC"/>
                <a:ea typeface="Source Han Sans SC"/>
                <a:cs typeface="Source Han Sans SC"/>
              </a:defRPr>
            </a:defPPr>
          </a:lstStyle>
          <a:p xmlns:a="http://schemas.openxmlformats.org/drawingml/2006/main">
            <a:pPr algn="l">
              <a:buNone/>
              <a:defRPr sz="1425" b="0">
                <a:solidFill>
                  <a:srgbClr val="668176"/>
                </a:solidFill>
                <a:latin typeface="Source Han Sans SC"/>
                <a:ea typeface="Source Han Sans SC"/>
                <a:cs typeface="Source Han Sans SC"/>
              </a:defRPr>
            </a:pPr>
            <a:r>
              <a:rPr sz="1425" b="0">
                <a:solidFill>
                  <a:srgbClr val="668176"/>
                </a:solidFill>
                <a:latin typeface="Source Han Sans SC"/>
                <a:ea typeface="Source Han Sans SC"/>
                <a:cs typeface="Source Han Sans SC"/>
              </a:rPr>
              <a:t>03 / ADOPTION</a:t>
            </a:r>
          </a:p>
        </p:txBody>
      </p:sp>
      <p:sp>
        <p:nvSpPr>
          <p:cNvPr id="22" name="step3:text-123">
            <a:extLst xmlns:a="http://schemas.openxmlformats.org/drawingml/2006/main">
              <a:ext uri="{FF2B5EF4-FFF2-40B4-BE49-F238E27FC236}">
                <a16:creationId xmlns:a16="http://schemas.microsoft.com/office/drawing/2014/main" id="{96EDC790-08D1-4EDC-9157-9AB8941AC804}"/>
              </a:ext>
            </a:extLst>
          </p:cNvPr>
          <p:cNvSpPr>
            <a:spLocks xmlns:a="http://schemas.openxmlformats.org/drawingml/2006/main" noGrp="1"/>
          </p:cNvSpPr>
          <p:nvPr/>
        </p:nvSpPr>
        <p:spPr>
          <a:xfrm xmlns:a="http://schemas.openxmlformats.org/drawingml/2006/main">
            <a:off x="8162925" y="3829050"/>
            <a:ext cx="2619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88" b="1">
                <a:solidFill>
                  <a:srgbClr val="193E33"/>
                </a:solidFill>
                <a:latin typeface="Source Han Sans SC"/>
                <a:ea typeface="Source Han Sans SC"/>
                <a:cs typeface="Source Han Sans SC"/>
              </a:defRPr>
            </a:defPPr>
          </a:lstStyle>
          <a:p xmlns:a="http://schemas.openxmlformats.org/drawingml/2006/main">
            <a:pPr algn="l">
              <a:buNone/>
              <a:defRPr sz="1688" b="1">
                <a:solidFill>
                  <a:srgbClr val="193E33"/>
                </a:solidFill>
                <a:latin typeface="Source Han Sans SC"/>
                <a:ea typeface="Source Han Sans SC"/>
                <a:cs typeface="Source Han Sans SC"/>
              </a:defRPr>
            </a:pPr>
            <a:r>
              <a:rPr sz="1688" b="1">
                <a:solidFill>
                  <a:srgbClr val="193E33"/>
                </a:solidFill>
                <a:latin typeface="Source Han Sans SC"/>
                <a:ea typeface="Source Han Sans SC"/>
                <a:cs typeface="Source Han Sans SC"/>
              </a:rPr>
              <a:t>Adoption and adaptation</a:t>
            </a:r>
          </a:p>
        </p:txBody>
      </p:sp>
      <p:sp>
        <p:nvSpPr>
          <p:cNvPr id="23" name="step3:text-124">
            <a:extLst xmlns:a="http://schemas.openxmlformats.org/drawingml/2006/main">
              <a:ext uri="{FF2B5EF4-FFF2-40B4-BE49-F238E27FC236}">
                <a16:creationId xmlns:a16="http://schemas.microsoft.com/office/drawing/2014/main" id="{7C031505-52F3-4F60-B50E-24D3A7C5220B}"/>
              </a:ext>
            </a:extLst>
          </p:cNvPr>
          <p:cNvSpPr>
            <a:spLocks xmlns:a="http://schemas.openxmlformats.org/drawingml/2006/main" noGrp="1"/>
          </p:cNvSpPr>
          <p:nvPr/>
        </p:nvSpPr>
        <p:spPr>
          <a:xfrm xmlns:a="http://schemas.openxmlformats.org/drawingml/2006/main">
            <a:off x="8162925" y="4572000"/>
            <a:ext cx="2619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0">
                <a:solidFill>
                  <a:srgbClr val="668176"/>
                </a:solidFill>
                <a:latin typeface="Source Han Sans SC"/>
                <a:ea typeface="Source Han Sans SC"/>
                <a:cs typeface="Source Han Sans SC"/>
              </a:defRPr>
            </a:defPPr>
          </a:lstStyle>
          <a:p xmlns:a="http://schemas.openxmlformats.org/drawingml/2006/main">
            <a:pPr algn="l">
              <a:buNone/>
              <a:defRPr sz="1650" b="0">
                <a:solidFill>
                  <a:srgbClr val="668176"/>
                </a:solidFill>
                <a:latin typeface="Source Han Sans SC"/>
                <a:ea typeface="Source Han Sans SC"/>
                <a:cs typeface="Source Han Sans SC"/>
              </a:defRPr>
            </a:pPr>
            <a:r>
              <a:rPr sz="1650" b="0">
                <a:solidFill>
                  <a:srgbClr val="668176"/>
                </a:solidFill>
                <a:latin typeface="Source Han Sans SC"/>
                <a:ea typeface="Source Han Sans SC"/>
                <a:cs typeface="Source Han Sans SC"/>
              </a:rPr>
              <a:t>Fit real needs</a:t>
            </a:r>
          </a:p>
        </p:txBody>
      </p:sp>
      <p:cxnSp>
        <p:nvCxnSpPr>
          <p:cNvPr id="24" name="step3:arrow-125">
            <a:extLst xmlns:a="http://schemas.openxmlformats.org/drawingml/2006/main">
              <a:ext uri="{FF2B5EF4-FFF2-40B4-BE49-F238E27FC236}">
                <a16:creationId xmlns:a16="http://schemas.microsoft.com/office/drawing/2014/main" id="{9C0B37DA-A06F-4AEE-A884-CA432A7117E4}"/>
              </a:ext>
            </a:extLst>
          </p:cNvPr>
          <p:cNvCxnSpPr/>
          <p:nvPr/>
        </p:nvCxnSpPr>
        <p:spPr>
          <a:xfrm xmlns:a="http://schemas.openxmlformats.org/drawingml/2006/main">
            <a:off x="7400925" y="4133850"/>
            <a:ext cx="419100" cy="0"/>
          </a:xfrm>
          <a:prstGeom xmlns:a="http://schemas.openxmlformats.org/drawingml/2006/main" prst="straightConnector1">
            <a:avLst/>
          </a:prstGeom>
          <a:ln xmlns:a="http://schemas.openxmlformats.org/drawingml/2006/main" w="20955">
            <a:solidFill>
              <a:srgbClr val="277C65"/>
            </a:solidFill>
            <a:tailEnd type="triangle" w="med" len="med"/>
          </a:ln>
        </p:spPr>
      </p:cxnSp>
      <p:sp>
        <p:nvSpPr>
          <p:cNvPr id="25" name="step4:panel-126">
            <a:extLst xmlns:a="http://schemas.openxmlformats.org/drawingml/2006/main">
              <a:ext uri="{FF2B5EF4-FFF2-40B4-BE49-F238E27FC236}">
                <a16:creationId xmlns:a16="http://schemas.microsoft.com/office/drawing/2014/main" id="{6C1D4802-291A-4D8C-B61C-0A0D7048FB37}"/>
              </a:ext>
            </a:extLst>
          </p:cNvPr>
          <p:cNvSpPr>
            <a:spLocks xmlns:a="http://schemas.openxmlformats.org/drawingml/2006/main" noGrp="1"/>
          </p:cNvSpPr>
          <p:nvPr/>
        </p:nvSpPr>
        <p:spPr>
          <a:xfrm xmlns:a="http://schemas.openxmlformats.org/drawingml/2006/main">
            <a:off x="11572875" y="3095625"/>
            <a:ext cx="2981325" cy="2076450"/>
          </a:xfrm>
          <a:prstGeom xmlns:a="http://schemas.openxmlformats.org/drawingml/2006/main" prst="roundRect">
            <a:avLst>
              <a:gd name="adj" fmla="val 2752"/>
            </a:avLst>
          </a:prstGeom>
          <a:solidFill xmlns:a="http://schemas.openxmlformats.org/drawingml/2006/main">
            <a:srgbClr val="FFFFFF"/>
          </a:solidFill>
          <a:ln xmlns:a="http://schemas.openxmlformats.org/drawingml/2006/main" w="9525">
            <a:solidFill>
              <a:srgbClr val="D6DFD3"/>
            </a:solidFill>
            <a:prstDash val="solid"/>
          </a:ln>
        </p:spPr>
      </p:sp>
      <p:sp>
        <p:nvSpPr>
          <p:cNvPr id="26" name="step4:text-127">
            <a:extLst xmlns:a="http://schemas.openxmlformats.org/drawingml/2006/main">
              <a:ext uri="{FF2B5EF4-FFF2-40B4-BE49-F238E27FC236}">
                <a16:creationId xmlns:a16="http://schemas.microsoft.com/office/drawing/2014/main" id="{EB5D42B3-48CB-44BC-B008-C8BB5EFAB01B}"/>
              </a:ext>
            </a:extLst>
          </p:cNvPr>
          <p:cNvSpPr>
            <a:spLocks xmlns:a="http://schemas.openxmlformats.org/drawingml/2006/main" noGrp="1"/>
          </p:cNvSpPr>
          <p:nvPr/>
        </p:nvSpPr>
        <p:spPr>
          <a:xfrm xmlns:a="http://schemas.openxmlformats.org/drawingml/2006/main">
            <a:off x="11791950" y="3333750"/>
            <a:ext cx="257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668176"/>
                </a:solidFill>
                <a:latin typeface="Source Han Sans SC"/>
                <a:ea typeface="Source Han Sans SC"/>
                <a:cs typeface="Source Han Sans SC"/>
              </a:defRPr>
            </a:defPPr>
          </a:lstStyle>
          <a:p xmlns:a="http://schemas.openxmlformats.org/drawingml/2006/main">
            <a:pPr algn="l">
              <a:buNone/>
              <a:defRPr sz="1425" b="0">
                <a:solidFill>
                  <a:srgbClr val="668176"/>
                </a:solidFill>
                <a:latin typeface="Source Han Sans SC"/>
                <a:ea typeface="Source Han Sans SC"/>
                <a:cs typeface="Source Han Sans SC"/>
              </a:defRPr>
            </a:pPr>
            <a:r>
              <a:rPr sz="1425" b="0">
                <a:solidFill>
                  <a:srgbClr val="668176"/>
                </a:solidFill>
                <a:latin typeface="Source Han Sans SC"/>
                <a:ea typeface="Source Han Sans SC"/>
                <a:cs typeface="Source Han Sans SC"/>
              </a:rPr>
              <a:t>04 / BENEFIT</a:t>
            </a:r>
          </a:p>
        </p:txBody>
      </p:sp>
      <p:sp>
        <p:nvSpPr>
          <p:cNvPr id="27" name="step4:text-128">
            <a:extLst xmlns:a="http://schemas.openxmlformats.org/drawingml/2006/main">
              <a:ext uri="{FF2B5EF4-FFF2-40B4-BE49-F238E27FC236}">
                <a16:creationId xmlns:a16="http://schemas.microsoft.com/office/drawing/2014/main" id="{51E77862-C96F-450A-8100-7B07C429B3FA}"/>
              </a:ext>
            </a:extLst>
          </p:cNvPr>
          <p:cNvSpPr>
            <a:spLocks xmlns:a="http://schemas.openxmlformats.org/drawingml/2006/main" noGrp="1"/>
          </p:cNvSpPr>
          <p:nvPr/>
        </p:nvSpPr>
        <p:spPr>
          <a:xfrm xmlns:a="http://schemas.openxmlformats.org/drawingml/2006/main">
            <a:off x="11791950" y="3829050"/>
            <a:ext cx="2619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00" b="1">
                <a:solidFill>
                  <a:srgbClr val="193E33"/>
                </a:solidFill>
                <a:latin typeface="Source Han Sans SC"/>
                <a:ea typeface="Source Han Sans SC"/>
                <a:cs typeface="Source Han Sans SC"/>
              </a:defRPr>
            </a:defPPr>
          </a:lstStyle>
          <a:p xmlns:a="http://schemas.openxmlformats.org/drawingml/2006/main">
            <a:pPr algn="l">
              <a:buNone/>
              <a:defRPr sz="2400" b="1">
                <a:solidFill>
                  <a:srgbClr val="193E33"/>
                </a:solidFill>
                <a:latin typeface="Source Han Sans SC"/>
                <a:ea typeface="Source Han Sans SC"/>
                <a:cs typeface="Source Han Sans SC"/>
              </a:defRPr>
            </a:pPr>
            <a:r>
              <a:rPr sz="2400" b="1">
                <a:solidFill>
                  <a:srgbClr val="193E33"/>
                </a:solidFill>
                <a:latin typeface="Source Han Sans SC"/>
                <a:ea typeface="Source Han Sans SC"/>
                <a:cs typeface="Source Han Sans SC"/>
              </a:rPr>
              <a:t>Real help</a:t>
            </a:r>
          </a:p>
        </p:txBody>
      </p:sp>
      <p:sp>
        <p:nvSpPr>
          <p:cNvPr id="28" name="step4:text-129">
            <a:extLst xmlns:a="http://schemas.openxmlformats.org/drawingml/2006/main">
              <a:ext uri="{FF2B5EF4-FFF2-40B4-BE49-F238E27FC236}">
                <a16:creationId xmlns:a16="http://schemas.microsoft.com/office/drawing/2014/main" id="{5CB5DB44-EC26-45E8-AC46-E2FD9038E50A}"/>
              </a:ext>
            </a:extLst>
          </p:cNvPr>
          <p:cNvSpPr>
            <a:spLocks xmlns:a="http://schemas.openxmlformats.org/drawingml/2006/main" noGrp="1"/>
          </p:cNvSpPr>
          <p:nvPr/>
        </p:nvSpPr>
        <p:spPr>
          <a:xfrm xmlns:a="http://schemas.openxmlformats.org/drawingml/2006/main">
            <a:off x="11791950" y="4572000"/>
            <a:ext cx="2619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0">
                <a:solidFill>
                  <a:srgbClr val="668176"/>
                </a:solidFill>
                <a:latin typeface="Source Han Sans SC"/>
                <a:ea typeface="Source Han Sans SC"/>
                <a:cs typeface="Source Han Sans SC"/>
              </a:defRPr>
            </a:defPPr>
          </a:lstStyle>
          <a:p xmlns:a="http://schemas.openxmlformats.org/drawingml/2006/main">
            <a:pPr algn="l">
              <a:buNone/>
              <a:defRPr sz="1650" b="0">
                <a:solidFill>
                  <a:srgbClr val="668176"/>
                </a:solidFill>
                <a:latin typeface="Source Han Sans SC"/>
                <a:ea typeface="Source Han Sans SC"/>
                <a:cs typeface="Source Han Sans SC"/>
              </a:defRPr>
            </a:pPr>
            <a:r>
              <a:rPr sz="1650" b="0">
                <a:solidFill>
                  <a:srgbClr val="668176"/>
                </a:solidFill>
                <a:latin typeface="Source Han Sans SC"/>
                <a:ea typeface="Source Han Sans SC"/>
                <a:cs typeface="Source Han Sans SC"/>
              </a:rPr>
              <a:t>Feedback and outcomes</a:t>
            </a:r>
          </a:p>
        </p:txBody>
      </p:sp>
      <p:cxnSp>
        <p:nvCxnSpPr>
          <p:cNvPr id="29" name="step4:arrow-130">
            <a:extLst xmlns:a="http://schemas.openxmlformats.org/drawingml/2006/main">
              <a:ext uri="{FF2B5EF4-FFF2-40B4-BE49-F238E27FC236}">
                <a16:creationId xmlns:a16="http://schemas.microsoft.com/office/drawing/2014/main" id="{63149E2E-F958-4F64-BA23-0CB73E5B87D0}"/>
              </a:ext>
            </a:extLst>
          </p:cNvPr>
          <p:cNvCxnSpPr/>
          <p:nvPr/>
        </p:nvCxnSpPr>
        <p:spPr>
          <a:xfrm xmlns:a="http://schemas.openxmlformats.org/drawingml/2006/main">
            <a:off x="11029950" y="4133850"/>
            <a:ext cx="419100" cy="0"/>
          </a:xfrm>
          <a:prstGeom xmlns:a="http://schemas.openxmlformats.org/drawingml/2006/main" prst="straightConnector1">
            <a:avLst/>
          </a:prstGeom>
          <a:ln xmlns:a="http://schemas.openxmlformats.org/drawingml/2006/main" w="20955">
            <a:solidFill>
              <a:srgbClr val="277C65"/>
            </a:solidFill>
            <a:tailEnd type="triangle" w="med" len="med"/>
          </a:ln>
        </p:spPr>
      </p:cxnSp>
      <p:sp>
        <p:nvSpPr>
          <p:cNvPr id="30" name="step5:panel-131">
            <a:extLst xmlns:a="http://schemas.openxmlformats.org/drawingml/2006/main">
              <a:ext uri="{FF2B5EF4-FFF2-40B4-BE49-F238E27FC236}">
                <a16:creationId xmlns:a16="http://schemas.microsoft.com/office/drawing/2014/main" id="{D206C8A5-F03F-48A1-98A4-5B8515ECA9B8}"/>
              </a:ext>
            </a:extLst>
          </p:cNvPr>
          <p:cNvSpPr>
            <a:spLocks xmlns:a="http://schemas.openxmlformats.org/drawingml/2006/main" noGrp="1"/>
          </p:cNvSpPr>
          <p:nvPr/>
        </p:nvSpPr>
        <p:spPr>
          <a:xfrm xmlns:a="http://schemas.openxmlformats.org/drawingml/2006/main">
            <a:off x="685800" y="5619750"/>
            <a:ext cx="13868400" cy="1304925"/>
          </a:xfrm>
          <a:prstGeom xmlns:a="http://schemas.openxmlformats.org/drawingml/2006/main" prst="roundRect">
            <a:avLst>
              <a:gd name="adj" fmla="val 4380"/>
            </a:avLst>
          </a:prstGeom>
          <a:solidFill xmlns:a="http://schemas.openxmlformats.org/drawingml/2006/main">
            <a:srgbClr val="102C25"/>
          </a:solidFill>
          <a:ln xmlns:a="http://schemas.openxmlformats.org/drawingml/2006/main" w="0">
            <a:noFill/>
            <a:prstDash val="solid"/>
          </a:ln>
        </p:spPr>
      </p:sp>
      <p:pic>
        <p:nvPicPr>
          <p:cNvPr id="31" name="">
            <a:extLst xmlns:a="http://schemas.openxmlformats.org/drawingml/2006/main">
              <a:ext uri="{FF2B5EF4-FFF2-40B4-BE49-F238E27FC236}">
                <a16:creationId xmlns:a16="http://schemas.microsoft.com/office/drawing/2014/main" id="{AC41A007-0942-4138-BEF0-E182A5BCCDB7}"/>
              </a:ext>
            </a:extLst>
          </p:cNvPr>
          <p:cNvPicPr>
            <a:picLocks xmlns:a="http://schemas.openxmlformats.org/drawingml/2006/main" noChangeAspect="1"/>
          </p:cNvPicPr>
          <p:nvPr/>
        </p:nvPicPr>
        <p:blipFill>
          <a:blip xmlns:r="http://schemas.openxmlformats.org/officeDocument/2006/relationships" xmlns:a="http://schemas.openxmlformats.org/drawingml/2006/main" r:embed="R6ea519c780954418"/>
          <a:stretch xmlns:a="http://schemas.openxmlformats.org/drawingml/2006/main"/>
        </p:blipFill>
        <p:spPr>
          <a:xfrm xmlns:a="http://schemas.openxmlformats.org/drawingml/2006/main">
            <a:off x="981075" y="5905500"/>
            <a:ext cx="685800" cy="685800"/>
          </a:xfrm>
          <a:prstGeom xmlns:a="http://schemas.openxmlformats.org/drawingml/2006/main" prst="rect">
            <a:avLst/>
          </a:prstGeom>
        </p:spPr>
      </p:pic>
      <p:sp>
        <p:nvSpPr>
          <p:cNvPr id="32" name="step5:text-132">
            <a:extLst xmlns:a="http://schemas.openxmlformats.org/drawingml/2006/main">
              <a:ext uri="{FF2B5EF4-FFF2-40B4-BE49-F238E27FC236}">
                <a16:creationId xmlns:a16="http://schemas.microsoft.com/office/drawing/2014/main" id="{2463E68D-A6D0-4AB2-BF28-85A9C7FCFA42}"/>
              </a:ext>
            </a:extLst>
          </p:cNvPr>
          <p:cNvSpPr>
            <a:spLocks xmlns:a="http://schemas.openxmlformats.org/drawingml/2006/main" noGrp="1"/>
          </p:cNvSpPr>
          <p:nvPr/>
        </p:nvSpPr>
        <p:spPr>
          <a:xfrm xmlns:a="http://schemas.openxmlformats.org/drawingml/2006/main">
            <a:off x="1981200" y="5772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625" b="0">
                <a:solidFill>
                  <a:srgbClr val="EFF5EE"/>
                </a:solidFill>
                <a:latin typeface="Source Han Sans SC"/>
                <a:ea typeface="Source Han Sans SC"/>
                <a:cs typeface="Source Han Sans SC"/>
              </a:defRPr>
            </a:defPPr>
          </a:lstStyle>
          <a:p xmlns:a="http://schemas.openxmlformats.org/drawingml/2006/main">
            <a:pPr algn="l">
              <a:buNone/>
              <a:defRPr sz="2625" b="0">
                <a:solidFill>
                  <a:srgbClr val="EFF5EE"/>
                </a:solidFill>
                <a:latin typeface="Source Han Sans SC"/>
                <a:ea typeface="Source Han Sans SC"/>
                <a:cs typeface="Source Han Sans SC"/>
              </a:defRPr>
            </a:pPr>
            <a:r>
              <a:rPr sz="2625" b="0">
                <a:solidFill>
                  <a:srgbClr val="EFF5EE"/>
                </a:solidFill>
                <a:latin typeface="Source Han Sans SC"/>
                <a:ea typeface="Source Han Sans SC"/>
                <a:cs typeface="Source Han Sans SC"/>
              </a:rPr>
              <a:t>Shareable results need sustained care.</a:t>
            </a:r>
          </a:p>
        </p:txBody>
      </p:sp>
      <p:sp>
        <p:nvSpPr>
          <p:cNvPr id="33" name="step5:text-133">
            <a:extLst xmlns:a="http://schemas.openxmlformats.org/drawingml/2006/main">
              <a:ext uri="{FF2B5EF4-FFF2-40B4-BE49-F238E27FC236}">
                <a16:creationId xmlns:a16="http://schemas.microsoft.com/office/drawing/2014/main" id="{945A8CE3-83DB-4303-A3AD-1FD60557FA18}"/>
              </a:ext>
            </a:extLst>
          </p:cNvPr>
          <p:cNvSpPr>
            <a:spLocks xmlns:a="http://schemas.openxmlformats.org/drawingml/2006/main" noGrp="1"/>
          </p:cNvSpPr>
          <p:nvPr/>
        </p:nvSpPr>
        <p:spPr>
          <a:xfrm xmlns:a="http://schemas.openxmlformats.org/drawingml/2006/main">
            <a:off x="2000250" y="6410325"/>
            <a:ext cx="1000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AFC5B6"/>
                </a:solidFill>
                <a:latin typeface="Source Han Sans SC"/>
                <a:ea typeface="Source Han Sans SC"/>
                <a:cs typeface="Source Han Sans SC"/>
              </a:defRPr>
            </a:defPPr>
          </a:lstStyle>
          <a:p xmlns:a="http://schemas.openxmlformats.org/drawingml/2006/main">
            <a:pPr algn="l">
              <a:buNone/>
              <a:defRPr sz="1800" b="0">
                <a:solidFill>
                  <a:srgbClr val="AFC5B6"/>
                </a:solidFill>
                <a:latin typeface="Source Han Sans SC"/>
                <a:ea typeface="Source Han Sans SC"/>
                <a:cs typeface="Source Han Sans SC"/>
              </a:defRPr>
            </a:pPr>
            <a:r>
              <a:rPr sz="1800" b="0">
                <a:solidFill>
                  <a:srgbClr val="AFC5B6"/>
                </a:solidFill>
                <a:latin typeface="Source Han Sans SC"/>
                <a:ea typeface="Source Han Sans SC"/>
                <a:cs typeface="Source Han Sans SC"/>
              </a:rPr>
              <a:t>Open software, AI systems, data and knowledge</a:t>
            </a:r>
          </a:p>
        </p:txBody>
      </p:sp>
      <p:sp>
        <p:nvSpPr>
          <p:cNvPr id="34" name="step5:text-134">
            <a:extLst xmlns:a="http://schemas.openxmlformats.org/drawingml/2006/main">
              <a:ext uri="{FF2B5EF4-FFF2-40B4-BE49-F238E27FC236}">
                <a16:creationId xmlns:a16="http://schemas.microsoft.com/office/drawing/2014/main" id="{B47B162D-1991-4BEC-B84C-9859C998061B}"/>
              </a:ext>
            </a:extLst>
          </p:cNvPr>
          <p:cNvSpPr>
            <a:spLocks xmlns:a="http://schemas.openxmlformats.org/drawingml/2006/main" noGrp="1"/>
          </p:cNvSpPr>
          <p:nvPr/>
        </p:nvSpPr>
        <p:spPr>
          <a:xfrm xmlns:a="http://schemas.openxmlformats.org/drawingml/2006/main">
            <a:off x="12382500" y="5876925"/>
            <a:ext cx="1676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3825" b="0">
                <a:solidFill>
                  <a:srgbClr val="C6EE85"/>
                </a:solidFill>
                <a:latin typeface="Source Han Sans SC"/>
                <a:ea typeface="Source Han Sans SC"/>
                <a:cs typeface="Source Han Sans SC"/>
              </a:defRPr>
            </a:defPPr>
          </a:lstStyle>
          <a:p xmlns:a="http://schemas.openxmlformats.org/drawingml/2006/main">
            <a:pPr algn="ctr">
              <a:buNone/>
              <a:defRPr sz="3825" b="0">
                <a:solidFill>
                  <a:srgbClr val="C6EE85"/>
                </a:solidFill>
                <a:latin typeface="Source Han Sans SC"/>
                <a:ea typeface="Source Han Sans SC"/>
                <a:cs typeface="Source Han Sans SC"/>
              </a:defRPr>
            </a:pPr>
            <a:r>
              <a:rPr sz="3825" b="0">
                <a:solidFill>
                  <a:srgbClr val="C6EE85"/>
                </a:solidFill>
                <a:latin typeface="Source Han Sans SC"/>
                <a:ea typeface="Source Han Sans SC"/>
                <a:cs typeface="Source Han Sans SC"/>
              </a:rPr>
              <a:t>DPG</a:t>
            </a:r>
          </a:p>
        </p:txBody>
      </p:sp>
      <p:sp>
        <p:nvSpPr>
          <p:cNvPr id="35" name="text-135">
            <a:extLst xmlns:a="http://schemas.openxmlformats.org/drawingml/2006/main">
              <a:ext uri="{FF2B5EF4-FFF2-40B4-BE49-F238E27FC236}">
                <a16:creationId xmlns:a16="http://schemas.microsoft.com/office/drawing/2014/main" id="{F67EB626-B34A-4999-B5AF-81EDB1C1BCFD}"/>
              </a:ext>
            </a:extLst>
          </p:cNvPr>
          <p:cNvSpPr>
            <a:spLocks xmlns:a="http://schemas.openxmlformats.org/drawingml/2006/main" noGrp="1"/>
          </p:cNvSpPr>
          <p:nvPr/>
        </p:nvSpPr>
        <p:spPr>
          <a:xfrm xmlns:a="http://schemas.openxmlformats.org/drawingml/2006/main">
            <a:off x="723900" y="7315200"/>
            <a:ext cx="1381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0">
                <a:solidFill>
                  <a:srgbClr val="277C65"/>
                </a:solidFill>
                <a:latin typeface="Source Han Sans SC"/>
                <a:ea typeface="Source Han Sans SC"/>
                <a:cs typeface="Source Han Sans SC"/>
              </a:defRPr>
            </a:defPPr>
          </a:lstStyle>
          <a:p xmlns:a="http://schemas.openxmlformats.org/drawingml/2006/main">
            <a:pPr algn="l">
              <a:buNone/>
              <a:defRPr sz="2100" b="0">
                <a:solidFill>
                  <a:srgbClr val="277C65"/>
                </a:solidFill>
                <a:latin typeface="Source Han Sans SC"/>
                <a:ea typeface="Source Han Sans SC"/>
                <a:cs typeface="Source Han Sans SC"/>
              </a:defRPr>
            </a:pPr>
            <a:r>
              <a:rPr sz="2100" b="0">
                <a:solidFill>
                  <a:srgbClr val="277C65"/>
                </a:solidFill>
                <a:latin typeface="Source Han Sans SC"/>
                <a:ea typeface="Source Han Sans SC"/>
                <a:cs typeface="Source Han Sans SC"/>
              </a:rPr>
              <a:t>Open licenses, documentation, maintenance and local adaptation support real use.</a:t>
            </a:r>
          </a:p>
        </p:txBody>
      </p:sp>
    </p:spTree>
    <p:extLst>
      <p:ext uri="{BB962C8B-B14F-4D97-AF65-F5344CB8AC3E}">
        <p14:creationId xmlns:p14="http://schemas.microsoft.com/office/powerpoint/2010/main" val="2066420409"/>
      </p:ext>
    </p:extLst>
  </p:cSld>
</p:sld>
</file>

<file path=ppt/slides/slide6.xml><?xml version="1.0" encoding="utf-8"?>
<p:sld xmlns:p="http://schemas.openxmlformats.org/presentationml/2006/main">
  <p:cSld>
    <p:bg>
      <p:bgPr>
        <a:solidFill xmlns:a="http://schemas.openxmlformats.org/drawingml/2006/main">
          <a:srgbClr val="102C25"/>
        </a:solidFill>
      </p:bgPr>
    </p:bg>
    <p:spTree>
      <p:nvGrpSpPr>
        <p:cNvPr id="1" name=""/>
        <p:cNvGrpSpPr/>
        <p:nvPr/>
      </p:nvGrpSpPr>
      <p:grpSpPr>
        <a:xfrm xmlns:a="http://schemas.openxmlformats.org/drawingml/2006/main"/>
      </p:grpSpPr>
      <p:sp>
        <p:nvSpPr>
          <p:cNvPr id="35" name="panel-136">
            <a:extLst xmlns:a="http://schemas.openxmlformats.org/drawingml/2006/main">
              <a:ext uri="{FF2B5EF4-FFF2-40B4-BE49-F238E27FC236}">
                <a16:creationId xmlns:a16="http://schemas.microsoft.com/office/drawing/2014/main" id="{B483FE18-BD22-447C-BF7B-CC0EA76A87A7}"/>
              </a:ext>
            </a:extLst>
          </p:cNvPr>
          <p:cNvSpPr>
            <a:spLocks xmlns:a="http://schemas.openxmlformats.org/drawingml/2006/main" noGrp="1"/>
          </p:cNvSpPr>
          <p:nvPr/>
        </p:nvSpPr>
        <p:spPr>
          <a:xfrm xmlns:a="http://schemas.openxmlformats.org/drawingml/2006/main">
            <a:off x="0" y="0"/>
            <a:ext cx="15240000" cy="742950"/>
          </a:xfrm>
          <a:prstGeom xmlns:a="http://schemas.openxmlformats.org/drawingml/2006/main" prst="rect">
            <a:avLst/>
          </a:prstGeom>
          <a:solidFill xmlns:a="http://schemas.openxmlformats.org/drawingml/2006/main">
            <a:srgbClr val="102C25"/>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B411F0AA-1099-49C9-B7EF-1E9CF4A35C14}"/>
              </a:ext>
            </a:extLst>
          </p:cNvPr>
          <p:cNvPicPr>
            <a:picLocks xmlns:a="http://schemas.openxmlformats.org/drawingml/2006/main" noChangeAspect="1"/>
          </p:cNvPicPr>
          <p:nvPr/>
        </p:nvPicPr>
        <p:blipFill>
          <a:blip xmlns:r="http://schemas.openxmlformats.org/officeDocument/2006/relationships" xmlns:a="http://schemas.openxmlformats.org/drawingml/2006/main" r:embed="R48186239eb5e4e74"/>
          <a:stretch xmlns:a="http://schemas.openxmlformats.org/drawingml/2006/main"/>
        </p:blipFill>
        <p:spPr>
          <a:xfrm xmlns:a="http://schemas.openxmlformats.org/drawingml/2006/main">
            <a:off x="966734" y="152400"/>
            <a:ext cx="1057383" cy="457200"/>
          </a:xfrm>
          <a:prstGeom xmlns:a="http://schemas.openxmlformats.org/drawingml/2006/main" prst="rect">
            <a:avLst/>
          </a:prstGeom>
        </p:spPr>
      </p:pic>
      <p:sp>
        <p:nvSpPr>
          <p:cNvPr id="3" name="text-137">
            <a:extLst xmlns:a="http://schemas.openxmlformats.org/drawingml/2006/main">
              <a:ext uri="{FF2B5EF4-FFF2-40B4-BE49-F238E27FC236}">
                <a16:creationId xmlns:a16="http://schemas.microsoft.com/office/drawing/2014/main" id="{B5CA685C-F189-4B9D-A316-15BDC5A0B897}"/>
              </a:ext>
            </a:extLst>
          </p:cNvPr>
          <p:cNvSpPr>
            <a:spLocks xmlns:a="http://schemas.openxmlformats.org/drawingml/2006/main" noGrp="1"/>
          </p:cNvSpPr>
          <p:nvPr/>
        </p:nvSpPr>
        <p:spPr>
          <a:xfrm xmlns:a="http://schemas.openxmlformats.org/drawingml/2006/main">
            <a:off x="2667000" y="2095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75" b="0">
                <a:solidFill>
                  <a:srgbClr val="AFC5B6"/>
                </a:solidFill>
                <a:latin typeface="Source Han Sans SC"/>
                <a:ea typeface="Source Han Sans SC"/>
                <a:cs typeface="Source Han Sans SC"/>
              </a:defRPr>
            </a:defPPr>
          </a:lstStyle>
          <a:p xmlns:a="http://schemas.openxmlformats.org/drawingml/2006/main">
            <a:pPr algn="l">
              <a:buNone/>
              <a:defRPr sz="1275" b="0">
                <a:solidFill>
                  <a:srgbClr val="AFC5B6"/>
                </a:solidFill>
                <a:latin typeface="Source Han Sans SC"/>
                <a:ea typeface="Source Han Sans SC"/>
                <a:cs typeface="Source Han Sans SC"/>
              </a:defRPr>
            </a:pPr>
            <a:r>
              <a:rPr sz="1275" b="0">
                <a:solidFill>
                  <a:srgbClr val="AFC5B6"/>
                </a:solidFill>
                <a:latin typeface="Source Han Sans SC"/>
                <a:ea typeface="Source Han Sans SC"/>
                <a:cs typeface="Source Han Sans SC"/>
              </a:rPr>
              <a:t>AI FOR ALL</a:t>
            </a:r>
          </a:p>
        </p:txBody>
      </p:sp>
      <p:sp>
        <p:nvSpPr>
          <p:cNvPr id="4" name="text-138">
            <a:extLst xmlns:a="http://schemas.openxmlformats.org/drawingml/2006/main">
              <a:ext uri="{FF2B5EF4-FFF2-40B4-BE49-F238E27FC236}">
                <a16:creationId xmlns:a16="http://schemas.microsoft.com/office/drawing/2014/main" id="{1CCB24F7-F0BF-4D81-9371-77C0D4775A51}"/>
              </a:ext>
            </a:extLst>
          </p:cNvPr>
          <p:cNvSpPr>
            <a:spLocks xmlns:a="http://schemas.openxmlformats.org/drawingml/2006/main" noGrp="1"/>
          </p:cNvSpPr>
          <p:nvPr/>
        </p:nvSpPr>
        <p:spPr>
          <a:xfrm xmlns:a="http://schemas.openxmlformats.org/drawingml/2006/main">
            <a:off x="13239750" y="209550"/>
            <a:ext cx="1295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425" b="0">
                <a:solidFill>
                  <a:srgbClr val="AFC5B6"/>
                </a:solidFill>
                <a:latin typeface="Source Han Sans SC"/>
                <a:ea typeface="Source Han Sans SC"/>
                <a:cs typeface="Source Han Sans SC"/>
              </a:defRPr>
            </a:defPPr>
          </a:lstStyle>
          <a:p xmlns:a="http://schemas.openxmlformats.org/drawingml/2006/main">
            <a:pPr algn="r">
              <a:buNone/>
              <a:defRPr sz="1425" b="0">
                <a:solidFill>
                  <a:srgbClr val="AFC5B6"/>
                </a:solidFill>
                <a:latin typeface="Source Han Sans SC"/>
                <a:ea typeface="Source Han Sans SC"/>
                <a:cs typeface="Source Han Sans SC"/>
              </a:defRPr>
            </a:pPr>
            <a:r>
              <a:rPr sz="1425" b="0">
                <a:solidFill>
                  <a:srgbClr val="AFC5B6"/>
                </a:solidFill>
                <a:latin typeface="Source Han Sans SC"/>
                <a:ea typeface="Source Han Sans SC"/>
                <a:cs typeface="Source Han Sans SC"/>
              </a:rPr>
              <a:t>06 / 10</a:t>
            </a:r>
          </a:p>
        </p:txBody>
      </p:sp>
      <p:sp>
        <p:nvSpPr>
          <p:cNvPr id="5" name="text-139">
            <a:extLst xmlns:a="http://schemas.openxmlformats.org/drawingml/2006/main">
              <a:ext uri="{FF2B5EF4-FFF2-40B4-BE49-F238E27FC236}">
                <a16:creationId xmlns:a16="http://schemas.microsoft.com/office/drawing/2014/main" id="{7372D753-1911-4162-94DA-3ABB28C2AA88}"/>
              </a:ext>
            </a:extLst>
          </p:cNvPr>
          <p:cNvSpPr>
            <a:spLocks xmlns:a="http://schemas.openxmlformats.org/drawingml/2006/main" noGrp="1"/>
          </p:cNvSpPr>
          <p:nvPr/>
        </p:nvSpPr>
        <p:spPr>
          <a:xfrm xmlns:a="http://schemas.openxmlformats.org/drawingml/2006/main">
            <a:off x="704850" y="97155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AFC5B6"/>
                </a:solidFill>
                <a:latin typeface="Source Han Sans SC"/>
                <a:ea typeface="Source Han Sans SC"/>
                <a:cs typeface="Source Han Sans SC"/>
              </a:defRPr>
            </a:defPPr>
          </a:lstStyle>
          <a:p xmlns:a="http://schemas.openxmlformats.org/drawingml/2006/main">
            <a:pPr algn="l">
              <a:buNone/>
              <a:defRPr sz="1350" b="0">
                <a:solidFill>
                  <a:srgbClr val="AFC5B6"/>
                </a:solidFill>
                <a:latin typeface="Source Han Sans SC"/>
                <a:ea typeface="Source Han Sans SC"/>
                <a:cs typeface="Source Han Sans SC"/>
              </a:defRPr>
            </a:pPr>
            <a:r>
              <a:rPr sz="1350" b="0">
                <a:solidFill>
                  <a:srgbClr val="AFC5B6"/>
                </a:solidFill>
                <a:latin typeface="Source Han Sans SC"/>
                <a:ea typeface="Source Han Sans SC"/>
                <a:cs typeface="Source Han Sans SC"/>
              </a:rPr>
              <a:t>Data and evaluation</a:t>
            </a:r>
          </a:p>
        </p:txBody>
      </p:sp>
      <p:sp>
        <p:nvSpPr>
          <p:cNvPr id="6" name="text-140">
            <a:extLst xmlns:a="http://schemas.openxmlformats.org/drawingml/2006/main">
              <a:ext uri="{FF2B5EF4-FFF2-40B4-BE49-F238E27FC236}">
                <a16:creationId xmlns:a16="http://schemas.microsoft.com/office/drawing/2014/main" id="{49BA8FB4-9F95-4C71-8625-11E1D310BB5A}"/>
              </a:ext>
            </a:extLst>
          </p:cNvPr>
          <p:cNvSpPr>
            <a:spLocks xmlns:a="http://schemas.openxmlformats.org/drawingml/2006/main" noGrp="1"/>
          </p:cNvSpPr>
          <p:nvPr/>
        </p:nvSpPr>
        <p:spPr>
          <a:xfrm xmlns:a="http://schemas.openxmlformats.org/drawingml/2006/main">
            <a:off x="685800" y="1381125"/>
            <a:ext cx="13868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EFF5EE"/>
                </a:solidFill>
                <a:latin typeface="Source Han Sans SC"/>
                <a:ea typeface="Source Han Sans SC"/>
                <a:cs typeface="Source Han Sans SC"/>
              </a:defRPr>
            </a:defPPr>
          </a:lstStyle>
          <a:p xmlns:a="http://schemas.openxmlformats.org/drawingml/2006/main">
            <a:pPr algn="l">
              <a:buNone/>
              <a:defRPr sz="3600" b="1">
                <a:solidFill>
                  <a:srgbClr val="EFF5EE"/>
                </a:solidFill>
                <a:latin typeface="Source Han Sans SC"/>
                <a:ea typeface="Source Han Sans SC"/>
                <a:cs typeface="Source Han Sans SC"/>
              </a:defRPr>
            </a:pPr>
            <a:r>
              <a:rPr sz="3600" b="1">
                <a:solidFill>
                  <a:srgbClr val="EFF5EE"/>
                </a:solidFill>
                <a:latin typeface="Source Han Sans SC"/>
                <a:ea typeface="Source Han Sans SC"/>
                <a:cs typeface="Source Han Sans SC"/>
              </a:rPr>
              <a:t>Visible contributions, evidence for support</a:t>
            </a:r>
          </a:p>
        </p:txBody>
      </p:sp>
      <p:sp>
        <p:nvSpPr>
          <p:cNvPr id="7" name="text-141">
            <a:extLst xmlns:a="http://schemas.openxmlformats.org/drawingml/2006/main">
              <a:ext uri="{FF2B5EF4-FFF2-40B4-BE49-F238E27FC236}">
                <a16:creationId xmlns:a16="http://schemas.microsoft.com/office/drawing/2014/main" id="{5C801F7A-71E6-4718-8F42-39707977F668}"/>
              </a:ext>
            </a:extLst>
          </p:cNvPr>
          <p:cNvSpPr>
            <a:spLocks xmlns:a="http://schemas.openxmlformats.org/drawingml/2006/main" noGrp="1"/>
          </p:cNvSpPr>
          <p:nvPr/>
        </p:nvSpPr>
        <p:spPr>
          <a:xfrm xmlns:a="http://schemas.openxmlformats.org/drawingml/2006/main">
            <a:off x="704850" y="2152650"/>
            <a:ext cx="1381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AFC5B6"/>
                </a:solidFill>
                <a:latin typeface="Source Han Sans SC"/>
                <a:ea typeface="Source Han Sans SC"/>
                <a:cs typeface="Source Han Sans SC"/>
              </a:defRPr>
            </a:defPPr>
          </a:lstStyle>
          <a:p xmlns:a="http://schemas.openxmlformats.org/drawingml/2006/main">
            <a:pPr algn="l">
              <a:buNone/>
              <a:defRPr sz="1800" b="0">
                <a:solidFill>
                  <a:srgbClr val="AFC5B6"/>
                </a:solidFill>
                <a:latin typeface="Source Han Sans SC"/>
                <a:ea typeface="Source Han Sans SC"/>
                <a:cs typeface="Source Han Sans SC"/>
              </a:defRPr>
            </a:pPr>
            <a:r>
              <a:rPr sz="1800" b="0">
                <a:solidFill>
                  <a:srgbClr val="AFC5B6"/>
                </a:solidFill>
                <a:latin typeface="Source Han Sans SC"/>
                <a:ea typeface="Source Han Sans SC"/>
                <a:cs typeface="Source Han Sans SC"/>
              </a:rPr>
              <a:t>Four kinds of work support judgment, decisions and improvement.</a:t>
            </a:r>
          </a:p>
        </p:txBody>
      </p:sp>
      <p:sp>
        <p:nvSpPr>
          <p:cNvPr id="8" name="line-142">
            <a:extLst xmlns:a="http://schemas.openxmlformats.org/drawingml/2006/main">
              <a:ext uri="{FF2B5EF4-FFF2-40B4-BE49-F238E27FC236}">
                <a16:creationId xmlns:a16="http://schemas.microsoft.com/office/drawing/2014/main" id="{FE892814-F0FE-4F75-B8DF-2C5A8F5E139E}"/>
              </a:ext>
            </a:extLst>
          </p:cNvPr>
          <p:cNvSpPr>
            <a:spLocks xmlns:a="http://schemas.openxmlformats.org/drawingml/2006/main" noGrp="1"/>
          </p:cNvSpPr>
          <p:nvPr/>
        </p:nvSpPr>
        <p:spPr>
          <a:xfrm xmlns:a="http://schemas.openxmlformats.org/drawingml/2006/main">
            <a:off x="685800" y="8058150"/>
            <a:ext cx="13868400" cy="0"/>
          </a:xfrm>
          <a:prstGeom xmlns:a="http://schemas.openxmlformats.org/drawingml/2006/main" prst="line">
            <a:avLst/>
          </a:prstGeom>
          <a:noFill xmlns:a="http://schemas.openxmlformats.org/drawingml/2006/main"/>
          <a:ln xmlns:a="http://schemas.openxmlformats.org/drawingml/2006/main" w="9525">
            <a:solidFill>
              <a:srgbClr val="3B5949"/>
            </a:solidFill>
            <a:prstDash val="solid"/>
          </a:ln>
        </p:spPr>
      </p:sp>
      <p:sp>
        <p:nvSpPr>
          <p:cNvPr id="9" name="text-143">
            <a:extLst xmlns:a="http://schemas.openxmlformats.org/drawingml/2006/main">
              <a:ext uri="{FF2B5EF4-FFF2-40B4-BE49-F238E27FC236}">
                <a16:creationId xmlns:a16="http://schemas.microsoft.com/office/drawing/2014/main" id="{01FA05B8-0175-4D83-A4C5-8181516126CF}"/>
              </a:ext>
            </a:extLst>
          </p:cNvPr>
          <p:cNvSpPr>
            <a:spLocks xmlns:a="http://schemas.openxmlformats.org/drawingml/2006/main" noGrp="1"/>
          </p:cNvSpPr>
          <p:nvPr/>
        </p:nvSpPr>
        <p:spPr>
          <a:xfrm xmlns:a="http://schemas.openxmlformats.org/drawingml/2006/main">
            <a:off x="704850" y="81724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25" b="0">
                <a:solidFill>
                  <a:srgbClr val="AFC5B6"/>
                </a:solidFill>
                <a:latin typeface="Source Han Sans SC"/>
                <a:ea typeface="Source Han Sans SC"/>
                <a:cs typeface="Source Han Sans SC"/>
              </a:defRPr>
            </a:defPPr>
          </a:lstStyle>
          <a:p xmlns:a="http://schemas.openxmlformats.org/drawingml/2006/main">
            <a:pPr algn="l">
              <a:buNone/>
              <a:defRPr sz="1125" b="0">
                <a:solidFill>
                  <a:srgbClr val="AFC5B6"/>
                </a:solidFill>
                <a:latin typeface="Source Han Sans SC"/>
                <a:ea typeface="Source Han Sans SC"/>
                <a:cs typeface="Source Han Sans SC"/>
              </a:defRPr>
            </a:pPr>
            <a:r>
              <a:rPr sz="1125" b="0">
                <a:solidFill>
                  <a:srgbClr val="AFC5B6"/>
                </a:solidFill>
                <a:latin typeface="Source Han Sans SC"/>
                <a:ea typeface="Source Han Sans SC"/>
                <a:cs typeface="Source Han Sans SC"/>
              </a:rPr>
              <a:t>AI for All Manifesto</a:t>
            </a:r>
          </a:p>
        </p:txBody>
      </p:sp>
      <p:sp>
        <p:nvSpPr>
          <p:cNvPr id="10" name="text-144">
            <a:extLst xmlns:a="http://schemas.openxmlformats.org/drawingml/2006/main">
              <a:ext uri="{FF2B5EF4-FFF2-40B4-BE49-F238E27FC236}">
                <a16:creationId xmlns:a16="http://schemas.microsoft.com/office/drawing/2014/main" id="{5F607DDF-38A0-49EE-AA19-BBC7DB0DD84C}"/>
              </a:ext>
            </a:extLst>
          </p:cNvPr>
          <p:cNvSpPr>
            <a:spLocks xmlns:a="http://schemas.openxmlformats.org/drawingml/2006/main" noGrp="1"/>
          </p:cNvSpPr>
          <p:nvPr/>
        </p:nvSpPr>
        <p:spPr>
          <a:xfrm xmlns:a="http://schemas.openxmlformats.org/drawingml/2006/main">
            <a:off x="12192000" y="8172450"/>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125" b="0">
                <a:solidFill>
                  <a:srgbClr val="AFC5B6"/>
                </a:solidFill>
                <a:latin typeface="Source Han Sans SC"/>
                <a:ea typeface="Source Han Sans SC"/>
                <a:cs typeface="Source Han Sans SC"/>
              </a:defRPr>
            </a:defPPr>
          </a:lstStyle>
          <a:p xmlns:a="http://schemas.openxmlformats.org/drawingml/2006/main">
            <a:pPr algn="r">
              <a:buNone/>
              <a:defRPr sz="1125" b="0">
                <a:solidFill>
                  <a:srgbClr val="AFC5B6"/>
                </a:solidFill>
                <a:latin typeface="Source Han Sans SC"/>
                <a:ea typeface="Source Han Sans SC"/>
                <a:cs typeface="Source Han Sans SC"/>
              </a:defRPr>
            </a:pPr>
            <a:r>
              <a:rPr sz="1125" b="0">
                <a:solidFill>
                  <a:srgbClr val="AFC5B6"/>
                </a:solidFill>
                <a:latin typeface="Source Han Sans SC"/>
                <a:ea typeface="Source Han Sans SC"/>
                <a:cs typeface="Source Han Sans SC"/>
              </a:rPr>
              <a:t>X-lab AI</a:t>
            </a:r>
          </a:p>
        </p:txBody>
      </p:sp>
      <p:sp>
        <p:nvSpPr>
          <p:cNvPr id="11" name="step1:shape-145">
            <a:extLst xmlns:a="http://schemas.openxmlformats.org/drawingml/2006/main">
              <a:ext uri="{FF2B5EF4-FFF2-40B4-BE49-F238E27FC236}">
                <a16:creationId xmlns:a16="http://schemas.microsoft.com/office/drawing/2014/main" id="{9A0F458D-BF06-4A5B-9266-3AA8C2D634C0}"/>
              </a:ext>
            </a:extLst>
          </p:cNvPr>
          <p:cNvSpPr>
            <a:spLocks xmlns:a="http://schemas.openxmlformats.org/drawingml/2006/main" noGrp="1"/>
          </p:cNvSpPr>
          <p:nvPr/>
        </p:nvSpPr>
        <p:spPr>
          <a:xfrm xmlns:a="http://schemas.openxmlformats.org/drawingml/2006/main">
            <a:off x="1400175" y="3048000"/>
            <a:ext cx="3600450" cy="3600450"/>
          </a:xfrm>
          <a:prstGeom xmlns:a="http://schemas.openxmlformats.org/drawingml/2006/main" prst="ellipse">
            <a:avLst/>
          </a:prstGeom>
          <a:noFill xmlns:a="http://schemas.openxmlformats.org/drawingml/2006/main"/>
          <a:ln xmlns:a="http://schemas.openxmlformats.org/drawingml/2006/main" w="19050">
            <a:solidFill>
              <a:srgbClr val="62816A"/>
            </a:solidFill>
            <a:prstDash val="solid"/>
          </a:ln>
        </p:spPr>
      </p:sp>
      <p:sp>
        <p:nvSpPr>
          <p:cNvPr id="12" name="step1:text-146">
            <a:extLst xmlns:a="http://schemas.openxmlformats.org/drawingml/2006/main">
              <a:ext uri="{FF2B5EF4-FFF2-40B4-BE49-F238E27FC236}">
                <a16:creationId xmlns:a16="http://schemas.microsoft.com/office/drawing/2014/main" id="{04BD18B9-E5B7-4827-92F0-6E4A91A2778F}"/>
              </a:ext>
            </a:extLst>
          </p:cNvPr>
          <p:cNvSpPr>
            <a:spLocks xmlns:a="http://schemas.openxmlformats.org/drawingml/2006/main" noGrp="1"/>
          </p:cNvSpPr>
          <p:nvPr/>
        </p:nvSpPr>
        <p:spPr>
          <a:xfrm xmlns:a="http://schemas.openxmlformats.org/drawingml/2006/main">
            <a:off x="1600200" y="3457575"/>
            <a:ext cx="320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AFC5B6"/>
                </a:solidFill>
                <a:latin typeface="Source Han Sans SC"/>
                <a:ea typeface="Source Han Sans SC"/>
                <a:cs typeface="Source Han Sans SC"/>
              </a:defRPr>
            </a:defPPr>
          </a:lstStyle>
          <a:p xmlns:a="http://schemas.openxmlformats.org/drawingml/2006/main">
            <a:pPr algn="ctr">
              <a:buNone/>
              <a:defRPr sz="1425" b="0">
                <a:solidFill>
                  <a:srgbClr val="AFC5B6"/>
                </a:solidFill>
                <a:latin typeface="Source Han Sans SC"/>
                <a:ea typeface="Source Han Sans SC"/>
                <a:cs typeface="Source Han Sans SC"/>
              </a:defRPr>
            </a:pPr>
            <a:r>
              <a:rPr sz="1425" b="0">
                <a:solidFill>
                  <a:srgbClr val="AFC5B6"/>
                </a:solidFill>
                <a:latin typeface="Source Han Sans SC"/>
                <a:ea typeface="Source Han Sans SC"/>
                <a:cs typeface="Source Han Sans SC"/>
              </a:rPr>
              <a:t>SHARED CORE</a:t>
            </a:r>
          </a:p>
        </p:txBody>
      </p:sp>
      <p:sp>
        <p:nvSpPr>
          <p:cNvPr id="13" name="step1:text-147">
            <a:extLst xmlns:a="http://schemas.openxmlformats.org/drawingml/2006/main">
              <a:ext uri="{FF2B5EF4-FFF2-40B4-BE49-F238E27FC236}">
                <a16:creationId xmlns:a16="http://schemas.microsoft.com/office/drawing/2014/main" id="{9C328EEB-3E85-43C0-BB0D-BC3EAC1754B8}"/>
              </a:ext>
            </a:extLst>
          </p:cNvPr>
          <p:cNvSpPr>
            <a:spLocks xmlns:a="http://schemas.openxmlformats.org/drawingml/2006/main" noGrp="1"/>
          </p:cNvSpPr>
          <p:nvPr/>
        </p:nvSpPr>
        <p:spPr>
          <a:xfrm xmlns:a="http://schemas.openxmlformats.org/drawingml/2006/main">
            <a:off x="1657350" y="4038600"/>
            <a:ext cx="30670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4275" b="0">
                <a:solidFill>
                  <a:srgbClr val="C6EE85"/>
                </a:solidFill>
                <a:latin typeface="Source Han Sans SC"/>
                <a:ea typeface="Source Han Sans SC"/>
                <a:cs typeface="Source Han Sans SC"/>
              </a:defRPr>
            </a:defPPr>
          </a:lstStyle>
          <a:p xmlns:a="http://schemas.openxmlformats.org/drawingml/2006/main">
            <a:pPr algn="ctr">
              <a:buNone/>
              <a:defRPr sz="4275" b="0">
                <a:solidFill>
                  <a:srgbClr val="C6EE85"/>
                </a:solidFill>
                <a:latin typeface="Source Han Sans SC"/>
                <a:ea typeface="Source Han Sans SC"/>
                <a:cs typeface="Source Han Sans SC"/>
              </a:defRPr>
            </a:pPr>
            <a:r>
              <a:rPr sz="4275" b="0">
                <a:solidFill>
                  <a:srgbClr val="C6EE85"/>
                </a:solidFill>
                <a:latin typeface="Source Han Sans SC"/>
                <a:ea typeface="Source Han Sans SC"/>
                <a:cs typeface="Source Han Sans SC"/>
              </a:rPr>
              <a:t>Data and</a:t>
            </a:r>
          </a:p>
          <a:p xmlns:a="http://schemas.openxmlformats.org/drawingml/2006/main">
            <a:pPr algn="ctr">
              <a:buNone/>
              <a:defRPr sz="4275" b="0">
                <a:solidFill>
                  <a:srgbClr val="C6EE85"/>
                </a:solidFill>
                <a:latin typeface="Source Han Sans SC"/>
                <a:ea typeface="Source Han Sans SC"/>
                <a:cs typeface="Source Han Sans SC"/>
              </a:defRPr>
            </a:pPr>
            <a:r>
              <a:rPr sz="4275" b="0">
                <a:solidFill>
                  <a:srgbClr val="C6EE85"/>
                </a:solidFill>
                <a:latin typeface="Source Han Sans SC"/>
                <a:ea typeface="Source Han Sans SC"/>
                <a:cs typeface="Source Han Sans SC"/>
              </a:rPr>
              <a:t>evaluation</a:t>
            </a:r>
          </a:p>
        </p:txBody>
      </p:sp>
      <p:sp>
        <p:nvSpPr>
          <p:cNvPr id="14" name="step1:text-148">
            <a:extLst xmlns:a="http://schemas.openxmlformats.org/drawingml/2006/main">
              <a:ext uri="{FF2B5EF4-FFF2-40B4-BE49-F238E27FC236}">
                <a16:creationId xmlns:a16="http://schemas.microsoft.com/office/drawing/2014/main" id="{EDD6ACA4-37F9-4673-8E57-251EF57BA062}"/>
              </a:ext>
            </a:extLst>
          </p:cNvPr>
          <p:cNvSpPr>
            <a:spLocks xmlns:a="http://schemas.openxmlformats.org/drawingml/2006/main" noGrp="1"/>
          </p:cNvSpPr>
          <p:nvPr/>
        </p:nvSpPr>
        <p:spPr>
          <a:xfrm xmlns:a="http://schemas.openxmlformats.org/drawingml/2006/main">
            <a:off x="1409700" y="5772150"/>
            <a:ext cx="358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AFC5B6"/>
                </a:solidFill>
                <a:latin typeface="Source Han Sans SC"/>
                <a:ea typeface="Source Han Sans SC"/>
                <a:cs typeface="Source Han Sans SC"/>
              </a:defRPr>
            </a:defPPr>
          </a:lstStyle>
          <a:p xmlns:a="http://schemas.openxmlformats.org/drawingml/2006/main">
            <a:pPr algn="ctr">
              <a:buNone/>
              <a:defRPr sz="1425" b="0">
                <a:solidFill>
                  <a:srgbClr val="AFC5B6"/>
                </a:solidFill>
                <a:latin typeface="Source Han Sans SC"/>
                <a:ea typeface="Source Han Sans SC"/>
                <a:cs typeface="Source Han Sans SC"/>
              </a:defRPr>
            </a:pPr>
            <a:r>
              <a:rPr sz="1425" b="0">
                <a:solidFill>
                  <a:srgbClr val="AFC5B6"/>
                </a:solidFill>
                <a:latin typeface="Source Han Sans SC"/>
                <a:ea typeface="Source Han Sans SC"/>
                <a:cs typeface="Source Han Sans SC"/>
              </a:rPr>
              <a:t>Recognize · Match · Verify</a:t>
            </a:r>
          </a:p>
        </p:txBody>
      </p:sp>
      <p:sp>
        <p:nvSpPr>
          <p:cNvPr id="15" name="step2:panel-149">
            <a:extLst xmlns:a="http://schemas.openxmlformats.org/drawingml/2006/main">
              <a:ext uri="{FF2B5EF4-FFF2-40B4-BE49-F238E27FC236}">
                <a16:creationId xmlns:a16="http://schemas.microsoft.com/office/drawing/2014/main" id="{E97356DE-A6F0-49C7-9BB4-D9A4080DCF37}"/>
              </a:ext>
            </a:extLst>
          </p:cNvPr>
          <p:cNvSpPr>
            <a:spLocks xmlns:a="http://schemas.openxmlformats.org/drawingml/2006/main" noGrp="1"/>
          </p:cNvSpPr>
          <p:nvPr/>
        </p:nvSpPr>
        <p:spPr>
          <a:xfrm xmlns:a="http://schemas.openxmlformats.org/drawingml/2006/main">
            <a:off x="6724650" y="3076575"/>
            <a:ext cx="3819525" cy="1666875"/>
          </a:xfrm>
          <a:prstGeom xmlns:a="http://schemas.openxmlformats.org/drawingml/2006/main" prst="roundRect">
            <a:avLst>
              <a:gd name="adj" fmla="val 3429"/>
            </a:avLst>
          </a:prstGeom>
          <a:solidFill xmlns:a="http://schemas.openxmlformats.org/drawingml/2006/main">
            <a:srgbClr val="1B3C30"/>
          </a:solidFill>
          <a:ln xmlns:a="http://schemas.openxmlformats.org/drawingml/2006/main" w="9525">
            <a:solidFill>
              <a:srgbClr val="3C6148"/>
            </a:solidFill>
            <a:prstDash val="solid"/>
          </a:ln>
        </p:spPr>
      </p:sp>
      <p:pic>
        <p:nvPicPr>
          <p:cNvPr id="16" name="">
            <a:extLst xmlns:a="http://schemas.openxmlformats.org/drawingml/2006/main">
              <a:ext uri="{FF2B5EF4-FFF2-40B4-BE49-F238E27FC236}">
                <a16:creationId xmlns:a16="http://schemas.microsoft.com/office/drawing/2014/main" id="{5160ABCA-4933-4603-9D9D-FD88DBBCB446}"/>
              </a:ext>
            </a:extLst>
          </p:cNvPr>
          <p:cNvPicPr>
            <a:picLocks xmlns:a="http://schemas.openxmlformats.org/drawingml/2006/main" noChangeAspect="1"/>
          </p:cNvPicPr>
          <p:nvPr/>
        </p:nvPicPr>
        <p:blipFill>
          <a:blip xmlns:r="http://schemas.openxmlformats.org/officeDocument/2006/relationships" xmlns:a="http://schemas.openxmlformats.org/drawingml/2006/main" r:embed="R7a5977295ce14d60"/>
          <a:stretch xmlns:a="http://schemas.openxmlformats.org/drawingml/2006/main"/>
        </p:blipFill>
        <p:spPr>
          <a:xfrm xmlns:a="http://schemas.openxmlformats.org/drawingml/2006/main">
            <a:off x="6972300" y="3295650"/>
            <a:ext cx="400050" cy="400050"/>
          </a:xfrm>
          <a:prstGeom xmlns:a="http://schemas.openxmlformats.org/drawingml/2006/main" prst="rect">
            <a:avLst/>
          </a:prstGeom>
        </p:spPr>
      </p:pic>
      <p:sp>
        <p:nvSpPr>
          <p:cNvPr id="17" name="step2:text-150">
            <a:extLst xmlns:a="http://schemas.openxmlformats.org/drawingml/2006/main">
              <a:ext uri="{FF2B5EF4-FFF2-40B4-BE49-F238E27FC236}">
                <a16:creationId xmlns:a16="http://schemas.microsoft.com/office/drawing/2014/main" id="{AE2B96FB-A651-467E-AFDF-182862343E6E}"/>
              </a:ext>
            </a:extLst>
          </p:cNvPr>
          <p:cNvSpPr>
            <a:spLocks xmlns:a="http://schemas.openxmlformats.org/drawingml/2006/main" noGrp="1"/>
          </p:cNvSpPr>
          <p:nvPr/>
        </p:nvSpPr>
        <p:spPr>
          <a:xfrm xmlns:a="http://schemas.openxmlformats.org/drawingml/2006/main">
            <a:off x="6972300" y="3810000"/>
            <a:ext cx="335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325" b="0">
                <a:solidFill>
                  <a:srgbClr val="EFF5EE"/>
                </a:solidFill>
                <a:latin typeface="Source Han Sans SC"/>
                <a:ea typeface="Source Han Sans SC"/>
                <a:cs typeface="Source Han Sans SC"/>
              </a:defRPr>
            </a:defPPr>
          </a:lstStyle>
          <a:p xmlns:a="http://schemas.openxmlformats.org/drawingml/2006/main">
            <a:pPr algn="l">
              <a:buNone/>
              <a:defRPr sz="2325" b="0">
                <a:solidFill>
                  <a:srgbClr val="EFF5EE"/>
                </a:solidFill>
                <a:latin typeface="Source Han Sans SC"/>
                <a:ea typeface="Source Han Sans SC"/>
                <a:cs typeface="Source Han Sans SC"/>
              </a:defRPr>
            </a:pPr>
            <a:r>
              <a:rPr sz="2325" b="0">
                <a:solidFill>
                  <a:srgbClr val="EFF5EE"/>
                </a:solidFill>
                <a:latin typeface="Source Han Sans SC"/>
                <a:ea typeface="Source Han Sans SC"/>
                <a:cs typeface="Source Han Sans SC"/>
              </a:rPr>
              <a:t>Platforms</a:t>
            </a:r>
          </a:p>
        </p:txBody>
      </p:sp>
      <p:sp>
        <p:nvSpPr>
          <p:cNvPr id="18" name="step2:text-151">
            <a:extLst xmlns:a="http://schemas.openxmlformats.org/drawingml/2006/main">
              <a:ext uri="{FF2B5EF4-FFF2-40B4-BE49-F238E27FC236}">
                <a16:creationId xmlns:a16="http://schemas.microsoft.com/office/drawing/2014/main" id="{2627FAB4-288B-49C4-8E27-46BFDF5F3569}"/>
              </a:ext>
            </a:extLst>
          </p:cNvPr>
          <p:cNvSpPr>
            <a:spLocks xmlns:a="http://schemas.openxmlformats.org/drawingml/2006/main" noGrp="1"/>
          </p:cNvSpPr>
          <p:nvPr/>
        </p:nvSpPr>
        <p:spPr>
          <a:xfrm xmlns:a="http://schemas.openxmlformats.org/drawingml/2006/main">
            <a:off x="6972300" y="4333875"/>
            <a:ext cx="335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0">
                <a:solidFill>
                  <a:srgbClr val="AFC5B6"/>
                </a:solidFill>
                <a:latin typeface="Source Han Sans SC"/>
                <a:ea typeface="Source Han Sans SC"/>
                <a:cs typeface="Source Han Sans SC"/>
              </a:defRPr>
            </a:defPPr>
          </a:lstStyle>
          <a:p xmlns:a="http://schemas.openxmlformats.org/drawingml/2006/main">
            <a:pPr algn="l">
              <a:buNone/>
              <a:defRPr sz="1650" b="0">
                <a:solidFill>
                  <a:srgbClr val="AFC5B6"/>
                </a:solidFill>
                <a:latin typeface="Source Han Sans SC"/>
                <a:ea typeface="Source Han Sans SC"/>
                <a:cs typeface="Source Han Sans SC"/>
              </a:defRPr>
            </a:pPr>
            <a:r>
              <a:rPr sz="1650" b="0">
                <a:solidFill>
                  <a:srgbClr val="AFC5B6"/>
                </a:solidFill>
                <a:latin typeface="Source Han Sans SC"/>
                <a:ea typeface="Source Han Sans SC"/>
                <a:cs typeface="Source Han Sans SC"/>
              </a:rPr>
              <a:t>Connect people and practice</a:t>
            </a:r>
          </a:p>
        </p:txBody>
      </p:sp>
      <p:sp>
        <p:nvSpPr>
          <p:cNvPr id="19" name="step2:panel-152">
            <a:extLst xmlns:a="http://schemas.openxmlformats.org/drawingml/2006/main">
              <a:ext uri="{FF2B5EF4-FFF2-40B4-BE49-F238E27FC236}">
                <a16:creationId xmlns:a16="http://schemas.microsoft.com/office/drawing/2014/main" id="{13CE8714-B8C9-45FB-9FF8-1827F3E0BF21}"/>
              </a:ext>
            </a:extLst>
          </p:cNvPr>
          <p:cNvSpPr>
            <a:spLocks xmlns:a="http://schemas.openxmlformats.org/drawingml/2006/main" noGrp="1"/>
          </p:cNvSpPr>
          <p:nvPr/>
        </p:nvSpPr>
        <p:spPr>
          <a:xfrm xmlns:a="http://schemas.openxmlformats.org/drawingml/2006/main">
            <a:off x="10734675" y="3076575"/>
            <a:ext cx="3819525" cy="1666875"/>
          </a:xfrm>
          <a:prstGeom xmlns:a="http://schemas.openxmlformats.org/drawingml/2006/main" prst="roundRect">
            <a:avLst>
              <a:gd name="adj" fmla="val 3429"/>
            </a:avLst>
          </a:prstGeom>
          <a:solidFill xmlns:a="http://schemas.openxmlformats.org/drawingml/2006/main">
            <a:srgbClr val="1B3C30"/>
          </a:solidFill>
          <a:ln xmlns:a="http://schemas.openxmlformats.org/drawingml/2006/main" w="9525">
            <a:solidFill>
              <a:srgbClr val="3C6148"/>
            </a:solidFill>
            <a:prstDash val="solid"/>
          </a:ln>
        </p:spPr>
      </p:sp>
      <p:pic>
        <p:nvPicPr>
          <p:cNvPr id="20" name="">
            <a:extLst xmlns:a="http://schemas.openxmlformats.org/drawingml/2006/main">
              <a:ext uri="{FF2B5EF4-FFF2-40B4-BE49-F238E27FC236}">
                <a16:creationId xmlns:a16="http://schemas.microsoft.com/office/drawing/2014/main" id="{C36A91D5-F17B-408A-A6C9-E0E16BE5A668}"/>
              </a:ext>
            </a:extLst>
          </p:cNvPr>
          <p:cNvPicPr>
            <a:picLocks xmlns:a="http://schemas.openxmlformats.org/drawingml/2006/main" noChangeAspect="1"/>
          </p:cNvPicPr>
          <p:nvPr/>
        </p:nvPicPr>
        <p:blipFill>
          <a:blip xmlns:r="http://schemas.openxmlformats.org/officeDocument/2006/relationships" xmlns:a="http://schemas.openxmlformats.org/drawingml/2006/main" r:embed="Rfcc59760a57d43cf"/>
          <a:stretch xmlns:a="http://schemas.openxmlformats.org/drawingml/2006/main"/>
        </p:blipFill>
        <p:spPr>
          <a:xfrm xmlns:a="http://schemas.openxmlformats.org/drawingml/2006/main">
            <a:off x="10982325" y="3295650"/>
            <a:ext cx="400050" cy="400050"/>
          </a:xfrm>
          <a:prstGeom xmlns:a="http://schemas.openxmlformats.org/drawingml/2006/main" prst="rect">
            <a:avLst/>
          </a:prstGeom>
        </p:spPr>
      </p:pic>
      <p:sp>
        <p:nvSpPr>
          <p:cNvPr id="21" name="step2:text-153">
            <a:extLst xmlns:a="http://schemas.openxmlformats.org/drawingml/2006/main">
              <a:ext uri="{FF2B5EF4-FFF2-40B4-BE49-F238E27FC236}">
                <a16:creationId xmlns:a16="http://schemas.microsoft.com/office/drawing/2014/main" id="{18C658B6-6C6E-4929-9D48-11DE86F18154}"/>
              </a:ext>
            </a:extLst>
          </p:cNvPr>
          <p:cNvSpPr>
            <a:spLocks xmlns:a="http://schemas.openxmlformats.org/drawingml/2006/main" noGrp="1"/>
          </p:cNvSpPr>
          <p:nvPr/>
        </p:nvSpPr>
        <p:spPr>
          <a:xfrm xmlns:a="http://schemas.openxmlformats.org/drawingml/2006/main">
            <a:off x="10982325" y="3810000"/>
            <a:ext cx="335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325" b="0">
                <a:solidFill>
                  <a:srgbClr val="EFF5EE"/>
                </a:solidFill>
                <a:latin typeface="Source Han Sans SC"/>
                <a:ea typeface="Source Han Sans SC"/>
                <a:cs typeface="Source Han Sans SC"/>
              </a:defRPr>
            </a:defPPr>
          </a:lstStyle>
          <a:p xmlns:a="http://schemas.openxmlformats.org/drawingml/2006/main">
            <a:pPr algn="l">
              <a:buNone/>
              <a:defRPr sz="2325" b="0">
                <a:solidFill>
                  <a:srgbClr val="EFF5EE"/>
                </a:solidFill>
                <a:latin typeface="Source Han Sans SC"/>
                <a:ea typeface="Source Han Sans SC"/>
                <a:cs typeface="Source Han Sans SC"/>
              </a:defRPr>
            </a:pPr>
            <a:r>
              <a:rPr sz="2325" b="0">
                <a:solidFill>
                  <a:srgbClr val="EFF5EE"/>
                </a:solidFill>
                <a:latin typeface="Source Han Sans SC"/>
                <a:ea typeface="Source Han Sans SC"/>
                <a:cs typeface="Source Han Sans SC"/>
              </a:rPr>
              <a:t>Evidence</a:t>
            </a:r>
          </a:p>
        </p:txBody>
      </p:sp>
      <p:sp>
        <p:nvSpPr>
          <p:cNvPr id="22" name="step2:text-154">
            <a:extLst xmlns:a="http://schemas.openxmlformats.org/drawingml/2006/main">
              <a:ext uri="{FF2B5EF4-FFF2-40B4-BE49-F238E27FC236}">
                <a16:creationId xmlns:a16="http://schemas.microsoft.com/office/drawing/2014/main" id="{3128332A-B96D-4066-94DF-629C227B48F7}"/>
              </a:ext>
            </a:extLst>
          </p:cNvPr>
          <p:cNvSpPr>
            <a:spLocks xmlns:a="http://schemas.openxmlformats.org/drawingml/2006/main" noGrp="1"/>
          </p:cNvSpPr>
          <p:nvPr/>
        </p:nvSpPr>
        <p:spPr>
          <a:xfrm xmlns:a="http://schemas.openxmlformats.org/drawingml/2006/main">
            <a:off x="10982325" y="4333875"/>
            <a:ext cx="335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0">
                <a:solidFill>
                  <a:srgbClr val="AFC5B6"/>
                </a:solidFill>
                <a:latin typeface="Source Han Sans SC"/>
                <a:ea typeface="Source Han Sans SC"/>
                <a:cs typeface="Source Han Sans SC"/>
              </a:defRPr>
            </a:defPPr>
          </a:lstStyle>
          <a:p xmlns:a="http://schemas.openxmlformats.org/drawingml/2006/main">
            <a:pPr algn="l">
              <a:buNone/>
              <a:defRPr sz="1650" b="0">
                <a:solidFill>
                  <a:srgbClr val="AFC5B6"/>
                </a:solidFill>
                <a:latin typeface="Source Han Sans SC"/>
                <a:ea typeface="Source Han Sans SC"/>
                <a:cs typeface="Source Han Sans SC"/>
              </a:defRPr>
            </a:pPr>
            <a:r>
              <a:rPr sz="1650" b="0">
                <a:solidFill>
                  <a:srgbClr val="AFC5B6"/>
                </a:solidFill>
                <a:latin typeface="Source Han Sans SC"/>
                <a:ea typeface="Source Han Sans SC"/>
                <a:cs typeface="Source Han Sans SC"/>
              </a:rPr>
              <a:t>Make evidence traceable</a:t>
            </a:r>
          </a:p>
        </p:txBody>
      </p:sp>
      <p:sp>
        <p:nvSpPr>
          <p:cNvPr id="23" name="step2:panel-155">
            <a:extLst xmlns:a="http://schemas.openxmlformats.org/drawingml/2006/main">
              <a:ext uri="{FF2B5EF4-FFF2-40B4-BE49-F238E27FC236}">
                <a16:creationId xmlns:a16="http://schemas.microsoft.com/office/drawing/2014/main" id="{B3E74A31-9FB8-4184-B100-2227AFA40099}"/>
              </a:ext>
            </a:extLst>
          </p:cNvPr>
          <p:cNvSpPr>
            <a:spLocks xmlns:a="http://schemas.openxmlformats.org/drawingml/2006/main" noGrp="1"/>
          </p:cNvSpPr>
          <p:nvPr/>
        </p:nvSpPr>
        <p:spPr>
          <a:xfrm xmlns:a="http://schemas.openxmlformats.org/drawingml/2006/main">
            <a:off x="6724650" y="4933950"/>
            <a:ext cx="3819525" cy="1666875"/>
          </a:xfrm>
          <a:prstGeom xmlns:a="http://schemas.openxmlformats.org/drawingml/2006/main" prst="roundRect">
            <a:avLst>
              <a:gd name="adj" fmla="val 3429"/>
            </a:avLst>
          </a:prstGeom>
          <a:solidFill xmlns:a="http://schemas.openxmlformats.org/drawingml/2006/main">
            <a:srgbClr val="1B3C30"/>
          </a:solidFill>
          <a:ln xmlns:a="http://schemas.openxmlformats.org/drawingml/2006/main" w="9525">
            <a:solidFill>
              <a:srgbClr val="3C6148"/>
            </a:solidFill>
            <a:prstDash val="solid"/>
          </a:ln>
        </p:spPr>
      </p:sp>
      <p:pic>
        <p:nvPicPr>
          <p:cNvPr id="24" name="">
            <a:extLst xmlns:a="http://schemas.openxmlformats.org/drawingml/2006/main">
              <a:ext uri="{FF2B5EF4-FFF2-40B4-BE49-F238E27FC236}">
                <a16:creationId xmlns:a16="http://schemas.microsoft.com/office/drawing/2014/main" id="{28F05F72-7ABD-4F53-BFEE-3786A128F807}"/>
              </a:ext>
            </a:extLst>
          </p:cNvPr>
          <p:cNvPicPr>
            <a:picLocks xmlns:a="http://schemas.openxmlformats.org/drawingml/2006/main" noChangeAspect="1"/>
          </p:cNvPicPr>
          <p:nvPr/>
        </p:nvPicPr>
        <p:blipFill>
          <a:blip xmlns:r="http://schemas.openxmlformats.org/officeDocument/2006/relationships" xmlns:a="http://schemas.openxmlformats.org/drawingml/2006/main" r:embed="R4318d27659694631"/>
          <a:stretch xmlns:a="http://schemas.openxmlformats.org/drawingml/2006/main"/>
        </p:blipFill>
        <p:spPr>
          <a:xfrm xmlns:a="http://schemas.openxmlformats.org/drawingml/2006/main">
            <a:off x="6972300" y="5153025"/>
            <a:ext cx="400050" cy="400050"/>
          </a:xfrm>
          <a:prstGeom xmlns:a="http://schemas.openxmlformats.org/drawingml/2006/main" prst="rect">
            <a:avLst/>
          </a:prstGeom>
        </p:spPr>
      </p:pic>
      <p:sp>
        <p:nvSpPr>
          <p:cNvPr id="25" name="step2:text-156">
            <a:extLst xmlns:a="http://schemas.openxmlformats.org/drawingml/2006/main">
              <a:ext uri="{FF2B5EF4-FFF2-40B4-BE49-F238E27FC236}">
                <a16:creationId xmlns:a16="http://schemas.microsoft.com/office/drawing/2014/main" id="{26D7F83D-3B17-4532-9698-4E3C5B09DD60}"/>
              </a:ext>
            </a:extLst>
          </p:cNvPr>
          <p:cNvSpPr>
            <a:spLocks xmlns:a="http://schemas.openxmlformats.org/drawingml/2006/main" noGrp="1"/>
          </p:cNvSpPr>
          <p:nvPr/>
        </p:nvSpPr>
        <p:spPr>
          <a:xfrm xmlns:a="http://schemas.openxmlformats.org/drawingml/2006/main">
            <a:off x="6972300" y="5667375"/>
            <a:ext cx="335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325" b="0">
                <a:solidFill>
                  <a:srgbClr val="EFF5EE"/>
                </a:solidFill>
                <a:latin typeface="Source Han Sans SC"/>
                <a:ea typeface="Source Han Sans SC"/>
                <a:cs typeface="Source Han Sans SC"/>
              </a:defRPr>
            </a:defPPr>
          </a:lstStyle>
          <a:p xmlns:a="http://schemas.openxmlformats.org/drawingml/2006/main">
            <a:pPr algn="l">
              <a:buNone/>
              <a:defRPr sz="2325" b="0">
                <a:solidFill>
                  <a:srgbClr val="EFF5EE"/>
                </a:solidFill>
                <a:latin typeface="Source Han Sans SC"/>
                <a:ea typeface="Source Han Sans SC"/>
                <a:cs typeface="Source Han Sans SC"/>
              </a:defRPr>
            </a:pPr>
            <a:r>
              <a:rPr sz="2325" b="0">
                <a:solidFill>
                  <a:srgbClr val="EFF5EE"/>
                </a:solidFill>
                <a:latin typeface="Source Han Sans SC"/>
                <a:ea typeface="Source Han Sans SC"/>
                <a:cs typeface="Source Han Sans SC"/>
              </a:rPr>
              <a:t>Methods</a:t>
            </a:r>
          </a:p>
        </p:txBody>
      </p:sp>
      <p:sp>
        <p:nvSpPr>
          <p:cNvPr id="26" name="step2:text-157">
            <a:extLst xmlns:a="http://schemas.openxmlformats.org/drawingml/2006/main">
              <a:ext uri="{FF2B5EF4-FFF2-40B4-BE49-F238E27FC236}">
                <a16:creationId xmlns:a16="http://schemas.microsoft.com/office/drawing/2014/main" id="{054B8CD2-F566-4C5E-90B4-CE52D48530FE}"/>
              </a:ext>
            </a:extLst>
          </p:cNvPr>
          <p:cNvSpPr>
            <a:spLocks xmlns:a="http://schemas.openxmlformats.org/drawingml/2006/main" noGrp="1"/>
          </p:cNvSpPr>
          <p:nvPr/>
        </p:nvSpPr>
        <p:spPr>
          <a:xfrm xmlns:a="http://schemas.openxmlformats.org/drawingml/2006/main">
            <a:off x="6972300" y="6191250"/>
            <a:ext cx="335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63" b="0">
                <a:solidFill>
                  <a:srgbClr val="AFC5B6"/>
                </a:solidFill>
                <a:latin typeface="Source Han Sans SC"/>
                <a:ea typeface="Source Han Sans SC"/>
                <a:cs typeface="Source Han Sans SC"/>
              </a:defRPr>
            </a:defPPr>
          </a:lstStyle>
          <a:p xmlns:a="http://schemas.openxmlformats.org/drawingml/2006/main">
            <a:pPr algn="l">
              <a:buNone/>
              <a:defRPr sz="1463" b="0">
                <a:solidFill>
                  <a:srgbClr val="AFC5B6"/>
                </a:solidFill>
                <a:latin typeface="Source Han Sans SC"/>
                <a:ea typeface="Source Han Sans SC"/>
                <a:cs typeface="Source Han Sans SC"/>
              </a:defRPr>
            </a:pPr>
            <a:r>
              <a:rPr sz="1463" b="0">
                <a:solidFill>
                  <a:srgbClr val="AFC5B6"/>
                </a:solidFill>
                <a:latin typeface="Source Han Sans SC"/>
                <a:ea typeface="Source Han Sans SC"/>
                <a:cs typeface="Source Han Sans SC"/>
              </a:rPr>
              <a:t>Interpret contributions and outcomes</a:t>
            </a:r>
          </a:p>
        </p:txBody>
      </p:sp>
      <p:sp>
        <p:nvSpPr>
          <p:cNvPr id="27" name="step2:panel-158">
            <a:extLst xmlns:a="http://schemas.openxmlformats.org/drawingml/2006/main">
              <a:ext uri="{FF2B5EF4-FFF2-40B4-BE49-F238E27FC236}">
                <a16:creationId xmlns:a16="http://schemas.microsoft.com/office/drawing/2014/main" id="{0950F6FC-E57D-4FA7-9ED7-E8F38F27F679}"/>
              </a:ext>
            </a:extLst>
          </p:cNvPr>
          <p:cNvSpPr>
            <a:spLocks xmlns:a="http://schemas.openxmlformats.org/drawingml/2006/main" noGrp="1"/>
          </p:cNvSpPr>
          <p:nvPr/>
        </p:nvSpPr>
        <p:spPr>
          <a:xfrm xmlns:a="http://schemas.openxmlformats.org/drawingml/2006/main">
            <a:off x="10734675" y="4933950"/>
            <a:ext cx="3819525" cy="1666875"/>
          </a:xfrm>
          <a:prstGeom xmlns:a="http://schemas.openxmlformats.org/drawingml/2006/main" prst="roundRect">
            <a:avLst>
              <a:gd name="adj" fmla="val 3429"/>
            </a:avLst>
          </a:prstGeom>
          <a:solidFill xmlns:a="http://schemas.openxmlformats.org/drawingml/2006/main">
            <a:srgbClr val="1B3C30"/>
          </a:solidFill>
          <a:ln xmlns:a="http://schemas.openxmlformats.org/drawingml/2006/main" w="9525">
            <a:solidFill>
              <a:srgbClr val="3C6148"/>
            </a:solidFill>
            <a:prstDash val="solid"/>
          </a:ln>
        </p:spPr>
      </p:sp>
      <p:pic>
        <p:nvPicPr>
          <p:cNvPr id="28" name="">
            <a:extLst xmlns:a="http://schemas.openxmlformats.org/drawingml/2006/main">
              <a:ext uri="{FF2B5EF4-FFF2-40B4-BE49-F238E27FC236}">
                <a16:creationId xmlns:a16="http://schemas.microsoft.com/office/drawing/2014/main" id="{06096CA5-707E-46C3-94D0-A0FE8E81675C}"/>
              </a:ext>
            </a:extLst>
          </p:cNvPr>
          <p:cNvPicPr>
            <a:picLocks xmlns:a="http://schemas.openxmlformats.org/drawingml/2006/main" noChangeAspect="1"/>
          </p:cNvPicPr>
          <p:nvPr/>
        </p:nvPicPr>
        <p:blipFill>
          <a:blip xmlns:r="http://schemas.openxmlformats.org/officeDocument/2006/relationships" xmlns:a="http://schemas.openxmlformats.org/drawingml/2006/main" r:embed="R42f214eea1344a04"/>
          <a:stretch xmlns:a="http://schemas.openxmlformats.org/drawingml/2006/main"/>
        </p:blipFill>
        <p:spPr>
          <a:xfrm xmlns:a="http://schemas.openxmlformats.org/drawingml/2006/main">
            <a:off x="10982325" y="5153025"/>
            <a:ext cx="400050" cy="400050"/>
          </a:xfrm>
          <a:prstGeom xmlns:a="http://schemas.openxmlformats.org/drawingml/2006/main" prst="rect">
            <a:avLst/>
          </a:prstGeom>
        </p:spPr>
      </p:pic>
      <p:sp>
        <p:nvSpPr>
          <p:cNvPr id="29" name="step2:text-159">
            <a:extLst xmlns:a="http://schemas.openxmlformats.org/drawingml/2006/main">
              <a:ext uri="{FF2B5EF4-FFF2-40B4-BE49-F238E27FC236}">
                <a16:creationId xmlns:a16="http://schemas.microsoft.com/office/drawing/2014/main" id="{D39AF9B3-A237-47DD-8008-D56A6694AB79}"/>
              </a:ext>
            </a:extLst>
          </p:cNvPr>
          <p:cNvSpPr>
            <a:spLocks xmlns:a="http://schemas.openxmlformats.org/drawingml/2006/main" noGrp="1"/>
          </p:cNvSpPr>
          <p:nvPr/>
        </p:nvSpPr>
        <p:spPr>
          <a:xfrm xmlns:a="http://schemas.openxmlformats.org/drawingml/2006/main">
            <a:off x="10982325" y="5667375"/>
            <a:ext cx="335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325" b="0">
                <a:solidFill>
                  <a:srgbClr val="EFF5EE"/>
                </a:solidFill>
                <a:latin typeface="Source Han Sans SC"/>
                <a:ea typeface="Source Han Sans SC"/>
                <a:cs typeface="Source Han Sans SC"/>
              </a:defRPr>
            </a:defPPr>
          </a:lstStyle>
          <a:p xmlns:a="http://schemas.openxmlformats.org/drawingml/2006/main">
            <a:pPr algn="l">
              <a:buNone/>
              <a:defRPr sz="2325" b="0">
                <a:solidFill>
                  <a:srgbClr val="EFF5EE"/>
                </a:solidFill>
                <a:latin typeface="Source Han Sans SC"/>
                <a:ea typeface="Source Han Sans SC"/>
                <a:cs typeface="Source Han Sans SC"/>
              </a:defRPr>
            </a:pPr>
            <a:r>
              <a:rPr sz="2325" b="0">
                <a:solidFill>
                  <a:srgbClr val="EFF5EE"/>
                </a:solidFill>
                <a:latin typeface="Source Han Sans SC"/>
                <a:ea typeface="Source Han Sans SC"/>
                <a:cs typeface="Source Han Sans SC"/>
              </a:rPr>
              <a:t>Research</a:t>
            </a:r>
          </a:p>
        </p:txBody>
      </p:sp>
      <p:sp>
        <p:nvSpPr>
          <p:cNvPr id="30" name="step2:text-160">
            <a:extLst xmlns:a="http://schemas.openxmlformats.org/drawingml/2006/main">
              <a:ext uri="{FF2B5EF4-FFF2-40B4-BE49-F238E27FC236}">
                <a16:creationId xmlns:a16="http://schemas.microsoft.com/office/drawing/2014/main" id="{9E633B42-E334-4262-AECB-B4F83417DD54}"/>
              </a:ext>
            </a:extLst>
          </p:cNvPr>
          <p:cNvSpPr>
            <a:spLocks xmlns:a="http://schemas.openxmlformats.org/drawingml/2006/main" noGrp="1"/>
          </p:cNvSpPr>
          <p:nvPr/>
        </p:nvSpPr>
        <p:spPr>
          <a:xfrm xmlns:a="http://schemas.openxmlformats.org/drawingml/2006/main">
            <a:off x="10982325" y="6191250"/>
            <a:ext cx="335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0">
                <a:solidFill>
                  <a:srgbClr val="AFC5B6"/>
                </a:solidFill>
                <a:latin typeface="Source Han Sans SC"/>
                <a:ea typeface="Source Han Sans SC"/>
                <a:cs typeface="Source Han Sans SC"/>
              </a:defRPr>
            </a:defPPr>
          </a:lstStyle>
          <a:p xmlns:a="http://schemas.openxmlformats.org/drawingml/2006/main">
            <a:pPr algn="l">
              <a:buNone/>
              <a:defRPr sz="1650" b="0">
                <a:solidFill>
                  <a:srgbClr val="AFC5B6"/>
                </a:solidFill>
                <a:latin typeface="Source Han Sans SC"/>
                <a:ea typeface="Source Han Sans SC"/>
                <a:cs typeface="Source Han Sans SC"/>
              </a:defRPr>
            </a:pPr>
            <a:r>
              <a:rPr sz="1650" b="0">
                <a:solidFill>
                  <a:srgbClr val="AFC5B6"/>
                </a:solidFill>
                <a:latin typeface="Source Han Sans SC"/>
                <a:ea typeface="Source Han Sans SC"/>
                <a:cs typeface="Source Han Sans SC"/>
              </a:rPr>
              <a:t>Examine the methods themselves</a:t>
            </a:r>
          </a:p>
        </p:txBody>
      </p:sp>
      <p:sp>
        <p:nvSpPr>
          <p:cNvPr id="31" name="step3:line-161">
            <a:extLst xmlns:a="http://schemas.openxmlformats.org/drawingml/2006/main">
              <a:ext uri="{FF2B5EF4-FFF2-40B4-BE49-F238E27FC236}">
                <a16:creationId xmlns:a16="http://schemas.microsoft.com/office/drawing/2014/main" id="{E766DF3B-D1D8-4584-B626-B308FA99814F}"/>
              </a:ext>
            </a:extLst>
          </p:cNvPr>
          <p:cNvSpPr>
            <a:spLocks xmlns:a="http://schemas.openxmlformats.org/drawingml/2006/main" noGrp="1"/>
          </p:cNvSpPr>
          <p:nvPr/>
        </p:nvSpPr>
        <p:spPr>
          <a:xfrm xmlns:a="http://schemas.openxmlformats.org/drawingml/2006/main">
            <a:off x="685800" y="7077075"/>
            <a:ext cx="13868400" cy="0"/>
          </a:xfrm>
          <a:prstGeom xmlns:a="http://schemas.openxmlformats.org/drawingml/2006/main" prst="line">
            <a:avLst/>
          </a:prstGeom>
          <a:noFill xmlns:a="http://schemas.openxmlformats.org/drawingml/2006/main"/>
          <a:ln xmlns:a="http://schemas.openxmlformats.org/drawingml/2006/main" w="9525">
            <a:solidFill>
              <a:srgbClr val="3B5949"/>
            </a:solidFill>
            <a:prstDash val="solid"/>
          </a:ln>
        </p:spPr>
      </p:sp>
      <p:sp>
        <p:nvSpPr>
          <p:cNvPr id="32" name="step3:text-162">
            <a:extLst xmlns:a="http://schemas.openxmlformats.org/drawingml/2006/main">
              <a:ext uri="{FF2B5EF4-FFF2-40B4-BE49-F238E27FC236}">
                <a16:creationId xmlns:a16="http://schemas.microsoft.com/office/drawing/2014/main" id="{03B38BB2-9CA5-44F2-9E3D-78EA1570D390}"/>
              </a:ext>
            </a:extLst>
          </p:cNvPr>
          <p:cNvSpPr>
            <a:spLocks xmlns:a="http://schemas.openxmlformats.org/drawingml/2006/main" noGrp="1"/>
          </p:cNvSpPr>
          <p:nvPr/>
        </p:nvSpPr>
        <p:spPr>
          <a:xfrm xmlns:a="http://schemas.openxmlformats.org/drawingml/2006/main">
            <a:off x="714375" y="7248525"/>
            <a:ext cx="4286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EFF5EE"/>
                </a:solidFill>
                <a:latin typeface="Source Han Sans SC"/>
                <a:ea typeface="Source Han Sans SC"/>
                <a:cs typeface="Source Han Sans SC"/>
              </a:defRPr>
            </a:defPPr>
          </a:lstStyle>
          <a:p xmlns:a="http://schemas.openxmlformats.org/drawingml/2006/main">
            <a:pPr algn="l">
              <a:buNone/>
              <a:defRPr sz="2175" b="1">
                <a:solidFill>
                  <a:srgbClr val="EFF5EE"/>
                </a:solidFill>
                <a:latin typeface="Source Han Sans SC"/>
                <a:ea typeface="Source Han Sans SC"/>
                <a:cs typeface="Source Han Sans SC"/>
              </a:defRPr>
            </a:pPr>
            <a:r>
              <a:rPr sz="2175" b="1">
                <a:solidFill>
                  <a:srgbClr val="EFF5EE"/>
                </a:solidFill>
                <a:latin typeface="Source Han Sans SC"/>
                <a:ea typeface="Source Han Sans SC"/>
                <a:cs typeface="Source Han Sans SC"/>
              </a:rPr>
              <a:t>Evaluation supports growth</a:t>
            </a:r>
          </a:p>
        </p:txBody>
      </p:sp>
      <p:sp>
        <p:nvSpPr>
          <p:cNvPr id="33" name="step3:text-163">
            <a:extLst xmlns:a="http://schemas.openxmlformats.org/drawingml/2006/main">
              <a:ext uri="{FF2B5EF4-FFF2-40B4-BE49-F238E27FC236}">
                <a16:creationId xmlns:a16="http://schemas.microsoft.com/office/drawing/2014/main" id="{4873DF2A-E3A5-424E-9CB8-BB6822B17E47}"/>
              </a:ext>
            </a:extLst>
          </p:cNvPr>
          <p:cNvSpPr>
            <a:spLocks xmlns:a="http://schemas.openxmlformats.org/drawingml/2006/main" noGrp="1"/>
          </p:cNvSpPr>
          <p:nvPr/>
        </p:nvSpPr>
        <p:spPr>
          <a:xfrm xmlns:a="http://schemas.openxmlformats.org/drawingml/2006/main">
            <a:off x="5048250" y="7248525"/>
            <a:ext cx="9382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0">
                <a:solidFill>
                  <a:srgbClr val="AFC5B6"/>
                </a:solidFill>
                <a:latin typeface="Source Han Sans SC"/>
                <a:ea typeface="Source Han Sans SC"/>
                <a:cs typeface="Source Han Sans SC"/>
              </a:defRPr>
            </a:defPPr>
          </a:lstStyle>
          <a:p xmlns:a="http://schemas.openxmlformats.org/drawingml/2006/main">
            <a:pPr algn="l">
              <a:buNone/>
              <a:defRPr sz="1875" b="0">
                <a:solidFill>
                  <a:srgbClr val="AFC5B6"/>
                </a:solidFill>
                <a:latin typeface="Source Han Sans SC"/>
                <a:ea typeface="Source Han Sans SC"/>
                <a:cs typeface="Source Han Sans SC"/>
              </a:defRPr>
            </a:pPr>
            <a:r>
              <a:rPr sz="1875" b="0">
                <a:solidFill>
                  <a:srgbClr val="AFC5B6"/>
                </a:solidFill>
                <a:latin typeface="Source Han Sans SC"/>
                <a:ea typeface="Source Han Sans SC"/>
                <a:cs typeface="Source Han Sans SC"/>
              </a:rPr>
              <a:t>Use varied evidence, disclose limits and keep channels for correction open.</a:t>
            </a:r>
          </a:p>
        </p:txBody>
      </p:sp>
      <p:sp>
        <p:nvSpPr>
          <p:cNvPr id="34" name="text-164">
            <a:extLst xmlns:a="http://schemas.openxmlformats.org/drawingml/2006/main">
              <a:ext uri="{FF2B5EF4-FFF2-40B4-BE49-F238E27FC236}">
                <a16:creationId xmlns:a16="http://schemas.microsoft.com/office/drawing/2014/main" id="{7D7E7DB0-9613-41B6-AD58-B1FB7CEE1025}"/>
              </a:ext>
            </a:extLst>
          </p:cNvPr>
          <p:cNvSpPr>
            <a:spLocks xmlns:a="http://schemas.openxmlformats.org/drawingml/2006/main" noGrp="1"/>
          </p:cNvSpPr>
          <p:nvPr/>
        </p:nvSpPr>
        <p:spPr>
          <a:xfrm xmlns:a="http://schemas.openxmlformats.org/drawingml/2006/main">
            <a:off x="714375" y="7724775"/>
            <a:ext cx="1371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75" b="0">
                <a:solidFill>
                  <a:srgbClr val="AFC5B6"/>
                </a:solidFill>
                <a:latin typeface="Source Han Sans SC"/>
                <a:ea typeface="Source Han Sans SC"/>
                <a:cs typeface="Source Han Sans SC"/>
              </a:defRPr>
            </a:defPPr>
          </a:lstStyle>
          <a:p xmlns:a="http://schemas.openxmlformats.org/drawingml/2006/main">
            <a:pPr algn="l">
              <a:buNone/>
              <a:defRPr sz="1275" b="0">
                <a:solidFill>
                  <a:srgbClr val="AFC5B6"/>
                </a:solidFill>
                <a:latin typeface="Source Han Sans SC"/>
                <a:ea typeface="Source Han Sans SC"/>
                <a:cs typeface="Source Han Sans SC"/>
              </a:defRPr>
            </a:pPr>
            <a:r>
              <a:rPr sz="1275" b="0">
                <a:solidFill>
                  <a:srgbClr val="AFC5B6"/>
                </a:solidFill>
                <a:latin typeface="Source Han Sans SC"/>
                <a:ea typeface="Source Han Sans SC"/>
                <a:cs typeface="Source Han Sans SC"/>
              </a:rPr>
              <a:t>The four kinds of work interact. A single score cannot define a person's worth.</a:t>
            </a:r>
          </a:p>
        </p:txBody>
      </p:sp>
    </p:spTree>
    <p:extLst>
      <p:ext uri="{BB962C8B-B14F-4D97-AF65-F5344CB8AC3E}">
        <p14:creationId xmlns:p14="http://schemas.microsoft.com/office/powerpoint/2010/main" val="603028030"/>
      </p:ext>
    </p:extLst>
  </p:cSld>
</p:sld>
</file>

<file path=ppt/slides/slide7.xml><?xml version="1.0" encoding="utf-8"?>
<p:sld xmlns:p="http://schemas.openxmlformats.org/presentationml/2006/main">
  <p:cSld>
    <p:bg>
      <p:bgPr>
        <a:solidFill xmlns:a="http://schemas.openxmlformats.org/drawingml/2006/main">
          <a:srgbClr val="102C25"/>
        </a:solidFill>
      </p:bgPr>
    </p:bg>
    <p:spTree>
      <p:nvGrpSpPr>
        <p:cNvPr id="1" name=""/>
        <p:cNvGrpSpPr/>
        <p:nvPr/>
      </p:nvGrpSpPr>
      <p:grpSpPr>
        <a:xfrm xmlns:a="http://schemas.openxmlformats.org/drawingml/2006/main"/>
      </p:grpSpPr>
      <p:sp>
        <p:nvSpPr>
          <p:cNvPr id="60" name="panel-165">
            <a:extLst xmlns:a="http://schemas.openxmlformats.org/drawingml/2006/main">
              <a:ext uri="{FF2B5EF4-FFF2-40B4-BE49-F238E27FC236}">
                <a16:creationId xmlns:a16="http://schemas.microsoft.com/office/drawing/2014/main" id="{71DCDB3A-C43C-425E-A458-3110D53B9B46}"/>
              </a:ext>
            </a:extLst>
          </p:cNvPr>
          <p:cNvSpPr>
            <a:spLocks xmlns:a="http://schemas.openxmlformats.org/drawingml/2006/main" noGrp="1"/>
          </p:cNvSpPr>
          <p:nvPr/>
        </p:nvSpPr>
        <p:spPr>
          <a:xfrm xmlns:a="http://schemas.openxmlformats.org/drawingml/2006/main">
            <a:off x="0" y="0"/>
            <a:ext cx="15240000" cy="742950"/>
          </a:xfrm>
          <a:prstGeom xmlns:a="http://schemas.openxmlformats.org/drawingml/2006/main" prst="rect">
            <a:avLst/>
          </a:prstGeom>
          <a:solidFill xmlns:a="http://schemas.openxmlformats.org/drawingml/2006/main">
            <a:srgbClr val="102C25"/>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18ADBDDF-F21A-4891-A3D8-2F5372AB3FBE}"/>
              </a:ext>
            </a:extLst>
          </p:cNvPr>
          <p:cNvPicPr>
            <a:picLocks xmlns:a="http://schemas.openxmlformats.org/drawingml/2006/main" noChangeAspect="1"/>
          </p:cNvPicPr>
          <p:nvPr/>
        </p:nvPicPr>
        <p:blipFill>
          <a:blip xmlns:r="http://schemas.openxmlformats.org/officeDocument/2006/relationships" xmlns:a="http://schemas.openxmlformats.org/drawingml/2006/main" r:embed="Rb51ef74f7d834bb8"/>
          <a:stretch xmlns:a="http://schemas.openxmlformats.org/drawingml/2006/main"/>
        </p:blipFill>
        <p:spPr>
          <a:xfrm xmlns:a="http://schemas.openxmlformats.org/drawingml/2006/main">
            <a:off x="966734" y="152400"/>
            <a:ext cx="1057383" cy="457200"/>
          </a:xfrm>
          <a:prstGeom xmlns:a="http://schemas.openxmlformats.org/drawingml/2006/main" prst="rect">
            <a:avLst/>
          </a:prstGeom>
        </p:spPr>
      </p:pic>
      <p:sp>
        <p:nvSpPr>
          <p:cNvPr id="3" name="text-166">
            <a:extLst xmlns:a="http://schemas.openxmlformats.org/drawingml/2006/main">
              <a:ext uri="{FF2B5EF4-FFF2-40B4-BE49-F238E27FC236}">
                <a16:creationId xmlns:a16="http://schemas.microsoft.com/office/drawing/2014/main" id="{0CE20B5B-3715-43A3-A0F8-0C3C16E0663C}"/>
              </a:ext>
            </a:extLst>
          </p:cNvPr>
          <p:cNvSpPr>
            <a:spLocks xmlns:a="http://schemas.openxmlformats.org/drawingml/2006/main" noGrp="1"/>
          </p:cNvSpPr>
          <p:nvPr/>
        </p:nvSpPr>
        <p:spPr>
          <a:xfrm xmlns:a="http://schemas.openxmlformats.org/drawingml/2006/main">
            <a:off x="2667000" y="2095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75" b="0">
                <a:solidFill>
                  <a:srgbClr val="AFC5B6"/>
                </a:solidFill>
                <a:latin typeface="Source Han Sans SC"/>
                <a:ea typeface="Source Han Sans SC"/>
                <a:cs typeface="Source Han Sans SC"/>
              </a:defRPr>
            </a:defPPr>
          </a:lstStyle>
          <a:p xmlns:a="http://schemas.openxmlformats.org/drawingml/2006/main">
            <a:pPr algn="l">
              <a:buNone/>
              <a:defRPr sz="1275" b="0">
                <a:solidFill>
                  <a:srgbClr val="AFC5B6"/>
                </a:solidFill>
                <a:latin typeface="Source Han Sans SC"/>
                <a:ea typeface="Source Han Sans SC"/>
                <a:cs typeface="Source Han Sans SC"/>
              </a:defRPr>
            </a:pPr>
            <a:r>
              <a:rPr sz="1275" b="0">
                <a:solidFill>
                  <a:srgbClr val="AFC5B6"/>
                </a:solidFill>
                <a:latin typeface="Source Han Sans SC"/>
                <a:ea typeface="Source Han Sans SC"/>
                <a:cs typeface="Source Han Sans SC"/>
              </a:rPr>
              <a:t>AI FOR ALL</a:t>
            </a:r>
          </a:p>
        </p:txBody>
      </p:sp>
      <p:sp>
        <p:nvSpPr>
          <p:cNvPr id="4" name="text-167">
            <a:extLst xmlns:a="http://schemas.openxmlformats.org/drawingml/2006/main">
              <a:ext uri="{FF2B5EF4-FFF2-40B4-BE49-F238E27FC236}">
                <a16:creationId xmlns:a16="http://schemas.microsoft.com/office/drawing/2014/main" id="{60BD1B1A-1B58-4541-9092-B919AECC02CE}"/>
              </a:ext>
            </a:extLst>
          </p:cNvPr>
          <p:cNvSpPr>
            <a:spLocks xmlns:a="http://schemas.openxmlformats.org/drawingml/2006/main" noGrp="1"/>
          </p:cNvSpPr>
          <p:nvPr/>
        </p:nvSpPr>
        <p:spPr>
          <a:xfrm xmlns:a="http://schemas.openxmlformats.org/drawingml/2006/main">
            <a:off x="13239750" y="209550"/>
            <a:ext cx="1295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425" b="0">
                <a:solidFill>
                  <a:srgbClr val="AFC5B6"/>
                </a:solidFill>
                <a:latin typeface="Source Han Sans SC"/>
                <a:ea typeface="Source Han Sans SC"/>
                <a:cs typeface="Source Han Sans SC"/>
              </a:defRPr>
            </a:defPPr>
          </a:lstStyle>
          <a:p xmlns:a="http://schemas.openxmlformats.org/drawingml/2006/main">
            <a:pPr algn="r">
              <a:buNone/>
              <a:defRPr sz="1425" b="0">
                <a:solidFill>
                  <a:srgbClr val="AFC5B6"/>
                </a:solidFill>
                <a:latin typeface="Source Han Sans SC"/>
                <a:ea typeface="Source Han Sans SC"/>
                <a:cs typeface="Source Han Sans SC"/>
              </a:defRPr>
            </a:pPr>
            <a:r>
              <a:rPr sz="1425" b="0">
                <a:solidFill>
                  <a:srgbClr val="AFC5B6"/>
                </a:solidFill>
                <a:latin typeface="Source Han Sans SC"/>
                <a:ea typeface="Source Han Sans SC"/>
                <a:cs typeface="Source Han Sans SC"/>
              </a:rPr>
              <a:t>07 / 10</a:t>
            </a:r>
          </a:p>
        </p:txBody>
      </p:sp>
      <p:sp>
        <p:nvSpPr>
          <p:cNvPr id="5" name="text-168">
            <a:extLst xmlns:a="http://schemas.openxmlformats.org/drawingml/2006/main">
              <a:ext uri="{FF2B5EF4-FFF2-40B4-BE49-F238E27FC236}">
                <a16:creationId xmlns:a16="http://schemas.microsoft.com/office/drawing/2014/main" id="{A0C8CB33-2F9C-4F4B-98EE-3F09C1E934BD}"/>
              </a:ext>
            </a:extLst>
          </p:cNvPr>
          <p:cNvSpPr>
            <a:spLocks xmlns:a="http://schemas.openxmlformats.org/drawingml/2006/main" noGrp="1"/>
          </p:cNvSpPr>
          <p:nvPr/>
        </p:nvSpPr>
        <p:spPr>
          <a:xfrm xmlns:a="http://schemas.openxmlformats.org/drawingml/2006/main">
            <a:off x="704850" y="97155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AFC5B6"/>
                </a:solidFill>
                <a:latin typeface="Source Han Sans SC"/>
                <a:ea typeface="Source Han Sans SC"/>
                <a:cs typeface="Source Han Sans SC"/>
              </a:defRPr>
            </a:defPPr>
          </a:lstStyle>
          <a:p xmlns:a="http://schemas.openxmlformats.org/drawingml/2006/main">
            <a:pPr algn="l">
              <a:buNone/>
              <a:defRPr sz="1350" b="0">
                <a:solidFill>
                  <a:srgbClr val="AFC5B6"/>
                </a:solidFill>
                <a:latin typeface="Source Han Sans SC"/>
                <a:ea typeface="Source Han Sans SC"/>
                <a:cs typeface="Source Han Sans SC"/>
              </a:defRPr>
            </a:pPr>
            <a:r>
              <a:rPr sz="1350" b="0">
                <a:solidFill>
                  <a:srgbClr val="AFC5B6"/>
                </a:solidFill>
                <a:latin typeface="Source Han Sans SC"/>
                <a:ea typeface="Source Han Sans SC"/>
                <a:cs typeface="Source Han Sans SC"/>
              </a:rPr>
              <a:t>Two reinforcing cycles</a:t>
            </a:r>
          </a:p>
        </p:txBody>
      </p:sp>
      <p:sp>
        <p:nvSpPr>
          <p:cNvPr id="6" name="text-169">
            <a:extLst xmlns:a="http://schemas.openxmlformats.org/drawingml/2006/main">
              <a:ext uri="{FF2B5EF4-FFF2-40B4-BE49-F238E27FC236}">
                <a16:creationId xmlns:a16="http://schemas.microsoft.com/office/drawing/2014/main" id="{87EE406D-7E9C-4F33-97F4-BFC50428E05D}"/>
              </a:ext>
            </a:extLst>
          </p:cNvPr>
          <p:cNvSpPr>
            <a:spLocks xmlns:a="http://schemas.openxmlformats.org/drawingml/2006/main" noGrp="1"/>
          </p:cNvSpPr>
          <p:nvPr/>
        </p:nvSpPr>
        <p:spPr>
          <a:xfrm xmlns:a="http://schemas.openxmlformats.org/drawingml/2006/main">
            <a:off x="685800" y="1381125"/>
            <a:ext cx="13868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EFF5EE"/>
                </a:solidFill>
                <a:latin typeface="Source Han Sans SC"/>
                <a:ea typeface="Source Han Sans SC"/>
                <a:cs typeface="Source Han Sans SC"/>
              </a:defRPr>
            </a:defPPr>
          </a:lstStyle>
          <a:p xmlns:a="http://schemas.openxmlformats.org/drawingml/2006/main">
            <a:pPr algn="l">
              <a:buNone/>
              <a:defRPr sz="3600" b="1">
                <a:solidFill>
                  <a:srgbClr val="EFF5EE"/>
                </a:solidFill>
                <a:latin typeface="Source Han Sans SC"/>
                <a:ea typeface="Source Han Sans SC"/>
                <a:cs typeface="Source Han Sans SC"/>
              </a:defRPr>
            </a:pPr>
            <a:r>
              <a:rPr sz="3600" b="1">
                <a:solidFill>
                  <a:srgbClr val="EFF5EE"/>
                </a:solidFill>
                <a:latin typeface="Source Han Sans SC"/>
                <a:ea typeface="Source Han Sans SC"/>
                <a:cs typeface="Source Han Sans SC"/>
              </a:rPr>
              <a:t>Two cycles, sustained action</a:t>
            </a:r>
          </a:p>
        </p:txBody>
      </p:sp>
      <p:sp>
        <p:nvSpPr>
          <p:cNvPr id="7" name="text-170">
            <a:extLst xmlns:a="http://schemas.openxmlformats.org/drawingml/2006/main">
              <a:ext uri="{FF2B5EF4-FFF2-40B4-BE49-F238E27FC236}">
                <a16:creationId xmlns:a16="http://schemas.microsoft.com/office/drawing/2014/main" id="{0409AF5C-0EC2-440A-B296-62F5C161A296}"/>
              </a:ext>
            </a:extLst>
          </p:cNvPr>
          <p:cNvSpPr>
            <a:spLocks xmlns:a="http://schemas.openxmlformats.org/drawingml/2006/main" noGrp="1"/>
          </p:cNvSpPr>
          <p:nvPr/>
        </p:nvSpPr>
        <p:spPr>
          <a:xfrm xmlns:a="http://schemas.openxmlformats.org/drawingml/2006/main">
            <a:off x="704850" y="2152650"/>
            <a:ext cx="1381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AFC5B6"/>
                </a:solidFill>
                <a:latin typeface="Source Han Sans SC"/>
                <a:ea typeface="Source Han Sans SC"/>
                <a:cs typeface="Source Han Sans SC"/>
              </a:defRPr>
            </a:defPPr>
          </a:lstStyle>
          <a:p xmlns:a="http://schemas.openxmlformats.org/drawingml/2006/main">
            <a:pPr algn="l">
              <a:buNone/>
              <a:defRPr sz="1800" b="0">
                <a:solidFill>
                  <a:srgbClr val="AFC5B6"/>
                </a:solidFill>
                <a:latin typeface="Source Han Sans SC"/>
                <a:ea typeface="Source Han Sans SC"/>
                <a:cs typeface="Source Han Sans SC"/>
              </a:defRPr>
            </a:pPr>
            <a:r>
              <a:rPr sz="1800" b="0">
                <a:solidFill>
                  <a:srgbClr val="AFC5B6"/>
                </a:solidFill>
                <a:latin typeface="Source Han Sans SC"/>
                <a:ea typeface="Source Han Sans SC"/>
                <a:cs typeface="Source Han Sans SC"/>
              </a:rPr>
              <a:t>Growth creates public value. Resources support the next round of practice.</a:t>
            </a:r>
          </a:p>
        </p:txBody>
      </p:sp>
      <p:sp>
        <p:nvSpPr>
          <p:cNvPr id="8" name="line-171">
            <a:extLst xmlns:a="http://schemas.openxmlformats.org/drawingml/2006/main">
              <a:ext uri="{FF2B5EF4-FFF2-40B4-BE49-F238E27FC236}">
                <a16:creationId xmlns:a16="http://schemas.microsoft.com/office/drawing/2014/main" id="{0AF4C722-5ADC-4F85-96DB-404C6FF305D6}"/>
              </a:ext>
            </a:extLst>
          </p:cNvPr>
          <p:cNvSpPr>
            <a:spLocks xmlns:a="http://schemas.openxmlformats.org/drawingml/2006/main" noGrp="1"/>
          </p:cNvSpPr>
          <p:nvPr/>
        </p:nvSpPr>
        <p:spPr>
          <a:xfrm xmlns:a="http://schemas.openxmlformats.org/drawingml/2006/main">
            <a:off x="685800" y="8058150"/>
            <a:ext cx="13868400" cy="0"/>
          </a:xfrm>
          <a:prstGeom xmlns:a="http://schemas.openxmlformats.org/drawingml/2006/main" prst="line">
            <a:avLst/>
          </a:prstGeom>
          <a:noFill xmlns:a="http://schemas.openxmlformats.org/drawingml/2006/main"/>
          <a:ln xmlns:a="http://schemas.openxmlformats.org/drawingml/2006/main" w="9525">
            <a:solidFill>
              <a:srgbClr val="3B5949"/>
            </a:solidFill>
            <a:prstDash val="solid"/>
          </a:ln>
        </p:spPr>
      </p:sp>
      <p:sp>
        <p:nvSpPr>
          <p:cNvPr id="9" name="text-172">
            <a:extLst xmlns:a="http://schemas.openxmlformats.org/drawingml/2006/main">
              <a:ext uri="{FF2B5EF4-FFF2-40B4-BE49-F238E27FC236}">
                <a16:creationId xmlns:a16="http://schemas.microsoft.com/office/drawing/2014/main" id="{BA40216D-D183-408D-A2A1-7D9AD99D282C}"/>
              </a:ext>
            </a:extLst>
          </p:cNvPr>
          <p:cNvSpPr>
            <a:spLocks xmlns:a="http://schemas.openxmlformats.org/drawingml/2006/main" noGrp="1"/>
          </p:cNvSpPr>
          <p:nvPr/>
        </p:nvSpPr>
        <p:spPr>
          <a:xfrm xmlns:a="http://schemas.openxmlformats.org/drawingml/2006/main">
            <a:off x="704850" y="81724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25" b="0">
                <a:solidFill>
                  <a:srgbClr val="AFC5B6"/>
                </a:solidFill>
                <a:latin typeface="Source Han Sans SC"/>
                <a:ea typeface="Source Han Sans SC"/>
                <a:cs typeface="Source Han Sans SC"/>
              </a:defRPr>
            </a:defPPr>
          </a:lstStyle>
          <a:p xmlns:a="http://schemas.openxmlformats.org/drawingml/2006/main">
            <a:pPr algn="l">
              <a:buNone/>
              <a:defRPr sz="1125" b="0">
                <a:solidFill>
                  <a:srgbClr val="AFC5B6"/>
                </a:solidFill>
                <a:latin typeface="Source Han Sans SC"/>
                <a:ea typeface="Source Han Sans SC"/>
                <a:cs typeface="Source Han Sans SC"/>
              </a:defRPr>
            </a:pPr>
            <a:r>
              <a:rPr sz="1125" b="0">
                <a:solidFill>
                  <a:srgbClr val="AFC5B6"/>
                </a:solidFill>
                <a:latin typeface="Source Han Sans SC"/>
                <a:ea typeface="Source Han Sans SC"/>
                <a:cs typeface="Source Han Sans SC"/>
              </a:rPr>
              <a:t>AI for All Manifesto</a:t>
            </a:r>
          </a:p>
        </p:txBody>
      </p:sp>
      <p:sp>
        <p:nvSpPr>
          <p:cNvPr id="10" name="text-173">
            <a:extLst xmlns:a="http://schemas.openxmlformats.org/drawingml/2006/main">
              <a:ext uri="{FF2B5EF4-FFF2-40B4-BE49-F238E27FC236}">
                <a16:creationId xmlns:a16="http://schemas.microsoft.com/office/drawing/2014/main" id="{567D8A85-9A44-4CA6-801D-9E952856569D}"/>
              </a:ext>
            </a:extLst>
          </p:cNvPr>
          <p:cNvSpPr>
            <a:spLocks xmlns:a="http://schemas.openxmlformats.org/drawingml/2006/main" noGrp="1"/>
          </p:cNvSpPr>
          <p:nvPr/>
        </p:nvSpPr>
        <p:spPr>
          <a:xfrm xmlns:a="http://schemas.openxmlformats.org/drawingml/2006/main">
            <a:off x="12192000" y="8172450"/>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125" b="0">
                <a:solidFill>
                  <a:srgbClr val="AFC5B6"/>
                </a:solidFill>
                <a:latin typeface="Source Han Sans SC"/>
                <a:ea typeface="Source Han Sans SC"/>
                <a:cs typeface="Source Han Sans SC"/>
              </a:defRPr>
            </a:defPPr>
          </a:lstStyle>
          <a:p xmlns:a="http://schemas.openxmlformats.org/drawingml/2006/main">
            <a:pPr algn="r">
              <a:buNone/>
              <a:defRPr sz="1125" b="0">
                <a:solidFill>
                  <a:srgbClr val="AFC5B6"/>
                </a:solidFill>
                <a:latin typeface="Source Han Sans SC"/>
                <a:ea typeface="Source Han Sans SC"/>
                <a:cs typeface="Source Han Sans SC"/>
              </a:defRPr>
            </a:pPr>
            <a:r>
              <a:rPr sz="1125" b="0">
                <a:solidFill>
                  <a:srgbClr val="AFC5B6"/>
                </a:solidFill>
                <a:latin typeface="Source Han Sans SC"/>
                <a:ea typeface="Source Han Sans SC"/>
                <a:cs typeface="Source Han Sans SC"/>
              </a:rPr>
              <a:t>X-lab AI</a:t>
            </a:r>
          </a:p>
        </p:txBody>
      </p:sp>
      <p:sp>
        <p:nvSpPr>
          <p:cNvPr id="11" name="step1:shape-174">
            <a:extLst xmlns:a="http://schemas.openxmlformats.org/drawingml/2006/main">
              <a:ext uri="{FF2B5EF4-FFF2-40B4-BE49-F238E27FC236}">
                <a16:creationId xmlns:a16="http://schemas.microsoft.com/office/drawing/2014/main" id="{EEB6FF18-45EC-4848-B0D6-33A210E30EC3}"/>
              </a:ext>
            </a:extLst>
          </p:cNvPr>
          <p:cNvSpPr>
            <a:spLocks xmlns:a="http://schemas.openxmlformats.org/drawingml/2006/main" noGrp="1"/>
          </p:cNvSpPr>
          <p:nvPr/>
        </p:nvSpPr>
        <p:spPr>
          <a:xfrm xmlns:a="http://schemas.openxmlformats.org/drawingml/2006/main">
            <a:off x="1562100" y="2971800"/>
            <a:ext cx="3429000" cy="3429000"/>
          </a:xfrm>
          <a:prstGeom xmlns:a="http://schemas.openxmlformats.org/drawingml/2006/main" prst="ellipse">
            <a:avLst/>
          </a:prstGeom>
          <a:noFill xmlns:a="http://schemas.openxmlformats.org/drawingml/2006/main"/>
          <a:ln xmlns:a="http://schemas.openxmlformats.org/drawingml/2006/main" w="20003">
            <a:solidFill>
              <a:srgbClr val="67C9AB"/>
            </a:solidFill>
            <a:prstDash val="solid"/>
          </a:ln>
        </p:spPr>
      </p:sp>
      <p:cxnSp>
        <p:nvCxnSpPr>
          <p:cNvPr id="12" name="step1:clockwise-175">
            <a:extLst xmlns:a="http://schemas.openxmlformats.org/drawingml/2006/main">
              <a:ext uri="{FF2B5EF4-FFF2-40B4-BE49-F238E27FC236}">
                <a16:creationId xmlns:a16="http://schemas.microsoft.com/office/drawing/2014/main" id="{58D8B736-C2CF-404E-A306-78748CAD04AB}"/>
              </a:ext>
            </a:extLst>
          </p:cNvPr>
          <p:cNvCxnSpPr/>
          <p:nvPr/>
        </p:nvCxnSpPr>
        <p:spPr>
          <a:xfrm xmlns:a="http://schemas.openxmlformats.org/drawingml/2006/main" rot="2700000">
            <a:off x="4422260" y="3473965"/>
            <a:ext cx="133350" cy="0"/>
          </a:xfrm>
          <a:prstGeom xmlns:a="http://schemas.openxmlformats.org/drawingml/2006/main" prst="straightConnector1">
            <a:avLst/>
          </a:prstGeom>
          <a:ln xmlns:a="http://schemas.openxmlformats.org/drawingml/2006/main" w="22860">
            <a:solidFill>
              <a:srgbClr val="67C9AB"/>
            </a:solidFill>
            <a:tailEnd type="triangle" w="med" len="med"/>
          </a:ln>
        </p:spPr>
      </p:cxnSp>
      <p:cxnSp>
        <p:nvCxnSpPr>
          <p:cNvPr id="13" name="step1:clockwise-176">
            <a:extLst xmlns:a="http://schemas.openxmlformats.org/drawingml/2006/main">
              <a:ext uri="{FF2B5EF4-FFF2-40B4-BE49-F238E27FC236}">
                <a16:creationId xmlns:a16="http://schemas.microsoft.com/office/drawing/2014/main" id="{5CB48E96-F657-430B-84D8-91D543408EE9}"/>
              </a:ext>
            </a:extLst>
          </p:cNvPr>
          <p:cNvCxnSpPr/>
          <p:nvPr/>
        </p:nvCxnSpPr>
        <p:spPr>
          <a:xfrm xmlns:a="http://schemas.openxmlformats.org/drawingml/2006/main" rot="8100000">
            <a:off x="4422260" y="5898635"/>
            <a:ext cx="133350" cy="0"/>
          </a:xfrm>
          <a:prstGeom xmlns:a="http://schemas.openxmlformats.org/drawingml/2006/main" prst="straightConnector1">
            <a:avLst/>
          </a:prstGeom>
          <a:ln xmlns:a="http://schemas.openxmlformats.org/drawingml/2006/main" w="22860">
            <a:solidFill>
              <a:srgbClr val="67C9AB"/>
            </a:solidFill>
            <a:tailEnd type="triangle" w="med" len="med"/>
          </a:ln>
        </p:spPr>
      </p:cxnSp>
      <p:cxnSp>
        <p:nvCxnSpPr>
          <p:cNvPr id="14" name="step1:clockwise-177">
            <a:extLst xmlns:a="http://schemas.openxmlformats.org/drawingml/2006/main">
              <a:ext uri="{FF2B5EF4-FFF2-40B4-BE49-F238E27FC236}">
                <a16:creationId xmlns:a16="http://schemas.microsoft.com/office/drawing/2014/main" id="{4BDCB159-C3D5-42E9-B511-399A8B358F21}"/>
              </a:ext>
            </a:extLst>
          </p:cNvPr>
          <p:cNvCxnSpPr/>
          <p:nvPr/>
        </p:nvCxnSpPr>
        <p:spPr>
          <a:xfrm xmlns:a="http://schemas.openxmlformats.org/drawingml/2006/main" rot="13500000">
            <a:off x="1997590" y="5898635"/>
            <a:ext cx="133350" cy="0"/>
          </a:xfrm>
          <a:prstGeom xmlns:a="http://schemas.openxmlformats.org/drawingml/2006/main" prst="straightConnector1">
            <a:avLst/>
          </a:prstGeom>
          <a:ln xmlns:a="http://schemas.openxmlformats.org/drawingml/2006/main" w="22860">
            <a:solidFill>
              <a:srgbClr val="67C9AB"/>
            </a:solidFill>
            <a:tailEnd type="triangle" w="med" len="med"/>
          </a:ln>
        </p:spPr>
      </p:cxnSp>
      <p:cxnSp>
        <p:nvCxnSpPr>
          <p:cNvPr id="15" name="step1:clockwise-178">
            <a:extLst xmlns:a="http://schemas.openxmlformats.org/drawingml/2006/main">
              <a:ext uri="{FF2B5EF4-FFF2-40B4-BE49-F238E27FC236}">
                <a16:creationId xmlns:a16="http://schemas.microsoft.com/office/drawing/2014/main" id="{3EEBB363-A7F9-402B-97A1-B28FC9C68C86}"/>
              </a:ext>
            </a:extLst>
          </p:cNvPr>
          <p:cNvCxnSpPr/>
          <p:nvPr/>
        </p:nvCxnSpPr>
        <p:spPr>
          <a:xfrm xmlns:a="http://schemas.openxmlformats.org/drawingml/2006/main" rot="18900000">
            <a:off x="1997590" y="3473965"/>
            <a:ext cx="133350" cy="0"/>
          </a:xfrm>
          <a:prstGeom xmlns:a="http://schemas.openxmlformats.org/drawingml/2006/main" prst="straightConnector1">
            <a:avLst/>
          </a:prstGeom>
          <a:ln xmlns:a="http://schemas.openxmlformats.org/drawingml/2006/main" w="22860">
            <a:solidFill>
              <a:srgbClr val="67C9AB"/>
            </a:solidFill>
            <a:tailEnd type="triangle" w="med" len="med"/>
          </a:ln>
        </p:spPr>
      </p:cxnSp>
      <p:sp>
        <p:nvSpPr>
          <p:cNvPr id="16" name="step1:text-179">
            <a:extLst xmlns:a="http://schemas.openxmlformats.org/drawingml/2006/main">
              <a:ext uri="{FF2B5EF4-FFF2-40B4-BE49-F238E27FC236}">
                <a16:creationId xmlns:a16="http://schemas.microsoft.com/office/drawing/2014/main" id="{F99AE686-7B67-42D3-8C77-0789A80BF0AD}"/>
              </a:ext>
            </a:extLst>
          </p:cNvPr>
          <p:cNvSpPr>
            <a:spLocks xmlns:a="http://schemas.openxmlformats.org/drawingml/2006/main" noGrp="1"/>
          </p:cNvSpPr>
          <p:nvPr/>
        </p:nvSpPr>
        <p:spPr>
          <a:xfrm xmlns:a="http://schemas.openxmlformats.org/drawingml/2006/main">
            <a:off x="1895475" y="4352925"/>
            <a:ext cx="276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700" b="1">
                <a:solidFill>
                  <a:srgbClr val="67C9AB"/>
                </a:solidFill>
                <a:latin typeface="Source Han Sans SC"/>
                <a:ea typeface="Source Han Sans SC"/>
                <a:cs typeface="Source Han Sans SC"/>
              </a:defRPr>
            </a:defPPr>
          </a:lstStyle>
          <a:p xmlns:a="http://schemas.openxmlformats.org/drawingml/2006/main">
            <a:pPr algn="ctr">
              <a:buNone/>
              <a:defRPr sz="2700" b="1">
                <a:solidFill>
                  <a:srgbClr val="67C9AB"/>
                </a:solidFill>
                <a:latin typeface="Source Han Sans SC"/>
                <a:ea typeface="Source Han Sans SC"/>
                <a:cs typeface="Source Han Sans SC"/>
              </a:defRPr>
            </a:pPr>
            <a:r>
              <a:rPr sz="2700" b="1">
                <a:solidFill>
                  <a:srgbClr val="67C9AB"/>
                </a:solidFill>
                <a:latin typeface="Source Han Sans SC"/>
                <a:ea typeface="Source Han Sans SC"/>
                <a:cs typeface="Source Han Sans SC"/>
              </a:rPr>
              <a:t>Growth</a:t>
            </a:r>
          </a:p>
        </p:txBody>
      </p:sp>
      <p:sp>
        <p:nvSpPr>
          <p:cNvPr id="17" name="step1:text-180">
            <a:extLst xmlns:a="http://schemas.openxmlformats.org/drawingml/2006/main">
              <a:ext uri="{FF2B5EF4-FFF2-40B4-BE49-F238E27FC236}">
                <a16:creationId xmlns:a16="http://schemas.microsoft.com/office/drawing/2014/main" id="{AC0D0A21-46AB-4C78-B5B6-A2F32958FABF}"/>
              </a:ext>
            </a:extLst>
          </p:cNvPr>
          <p:cNvSpPr>
            <a:spLocks xmlns:a="http://schemas.openxmlformats.org/drawingml/2006/main" noGrp="1"/>
          </p:cNvSpPr>
          <p:nvPr/>
        </p:nvSpPr>
        <p:spPr>
          <a:xfrm xmlns:a="http://schemas.openxmlformats.org/drawingml/2006/main">
            <a:off x="2057400" y="5000625"/>
            <a:ext cx="24384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AFC5B6"/>
                </a:solidFill>
                <a:latin typeface="Source Han Sans SC"/>
                <a:ea typeface="Source Han Sans SC"/>
                <a:cs typeface="Source Han Sans SC"/>
              </a:defRPr>
            </a:defPPr>
          </a:lstStyle>
          <a:p xmlns:a="http://schemas.openxmlformats.org/drawingml/2006/main">
            <a:pPr algn="ctr">
              <a:buNone/>
              <a:defRPr sz="1575" b="0">
                <a:solidFill>
                  <a:srgbClr val="AFC5B6"/>
                </a:solidFill>
                <a:latin typeface="Source Han Sans SC"/>
                <a:ea typeface="Source Han Sans SC"/>
                <a:cs typeface="Source Han Sans SC"/>
              </a:defRPr>
            </a:pPr>
            <a:r>
              <a:rPr sz="1575" b="0">
                <a:solidFill>
                  <a:srgbClr val="AFC5B6"/>
                </a:solidFill>
                <a:latin typeface="Source Han Sans SC"/>
                <a:ea typeface="Source Han Sans SC"/>
                <a:cs typeface="Source Han Sans SC"/>
              </a:rPr>
              <a:t>Practice into creation</a:t>
            </a:r>
          </a:p>
        </p:txBody>
      </p:sp>
      <p:sp>
        <p:nvSpPr>
          <p:cNvPr id="18" name="step1:panel-181">
            <a:extLst xmlns:a="http://schemas.openxmlformats.org/drawingml/2006/main">
              <a:ext uri="{FF2B5EF4-FFF2-40B4-BE49-F238E27FC236}">
                <a16:creationId xmlns:a16="http://schemas.microsoft.com/office/drawing/2014/main" id="{7EDAEB34-88EA-449D-8993-3ACC76279BAB}"/>
              </a:ext>
            </a:extLst>
          </p:cNvPr>
          <p:cNvSpPr>
            <a:spLocks xmlns:a="http://schemas.openxmlformats.org/drawingml/2006/main" noGrp="1"/>
          </p:cNvSpPr>
          <p:nvPr/>
        </p:nvSpPr>
        <p:spPr>
          <a:xfrm xmlns:a="http://schemas.openxmlformats.org/drawingml/2006/main">
            <a:off x="2466975" y="2628900"/>
            <a:ext cx="1619250" cy="685800"/>
          </a:xfrm>
          <a:prstGeom xmlns:a="http://schemas.openxmlformats.org/drawingml/2006/main" prst="roundRect">
            <a:avLst>
              <a:gd name="adj" fmla="val 8333"/>
            </a:avLst>
          </a:prstGeom>
          <a:solidFill xmlns:a="http://schemas.openxmlformats.org/drawingml/2006/main">
            <a:srgbClr val="173C32"/>
          </a:solidFill>
          <a:ln xmlns:a="http://schemas.openxmlformats.org/drawingml/2006/main" w="9525">
            <a:solidFill>
              <a:srgbClr val="67C9AB"/>
            </a:solidFill>
            <a:prstDash val="solid"/>
          </a:ln>
        </p:spPr>
      </p:sp>
      <p:sp>
        <p:nvSpPr>
          <p:cNvPr id="19" name="step1:text-182">
            <a:extLst xmlns:a="http://schemas.openxmlformats.org/drawingml/2006/main">
              <a:ext uri="{FF2B5EF4-FFF2-40B4-BE49-F238E27FC236}">
                <a16:creationId xmlns:a16="http://schemas.microsoft.com/office/drawing/2014/main" id="{2D5E9956-C931-452B-B496-7B37BF260201}"/>
              </a:ext>
            </a:extLst>
          </p:cNvPr>
          <p:cNvSpPr>
            <a:spLocks xmlns:a="http://schemas.openxmlformats.org/drawingml/2006/main" noGrp="1"/>
          </p:cNvSpPr>
          <p:nvPr/>
        </p:nvSpPr>
        <p:spPr>
          <a:xfrm xmlns:a="http://schemas.openxmlformats.org/drawingml/2006/main">
            <a:off x="2524125" y="2695575"/>
            <a:ext cx="1504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EFF5EE"/>
                </a:solidFill>
                <a:latin typeface="Source Han Sans SC"/>
                <a:ea typeface="Source Han Sans SC"/>
                <a:cs typeface="Source Han Sans SC"/>
              </a:defRPr>
            </a:defPPr>
          </a:lstStyle>
          <a:p xmlns:a="http://schemas.openxmlformats.org/drawingml/2006/main">
            <a:pPr algn="ctr">
              <a:buNone/>
              <a:defRPr sz="1650" b="0">
                <a:solidFill>
                  <a:srgbClr val="EFF5EE"/>
                </a:solidFill>
                <a:latin typeface="Source Han Sans SC"/>
                <a:ea typeface="Source Han Sans SC"/>
                <a:cs typeface="Source Han Sans SC"/>
              </a:defRPr>
            </a:pPr>
            <a:r>
              <a:rPr sz="1650" b="0">
                <a:solidFill>
                  <a:srgbClr val="EFF5EE"/>
                </a:solidFill>
                <a:latin typeface="Source Han Sans SC"/>
                <a:ea typeface="Source Han Sans SC"/>
                <a:cs typeface="Source Han Sans SC"/>
              </a:rPr>
              <a:t>Contribute</a:t>
            </a:r>
          </a:p>
        </p:txBody>
      </p:sp>
      <p:sp>
        <p:nvSpPr>
          <p:cNvPr id="20" name="step1:text-183">
            <a:extLst xmlns:a="http://schemas.openxmlformats.org/drawingml/2006/main">
              <a:ext uri="{FF2B5EF4-FFF2-40B4-BE49-F238E27FC236}">
                <a16:creationId xmlns:a16="http://schemas.microsoft.com/office/drawing/2014/main" id="{9E48C617-D55F-4A08-9659-3BE1EF346F39}"/>
              </a:ext>
            </a:extLst>
          </p:cNvPr>
          <p:cNvSpPr>
            <a:spLocks xmlns:a="http://schemas.openxmlformats.org/drawingml/2006/main" noGrp="1"/>
          </p:cNvSpPr>
          <p:nvPr/>
        </p:nvSpPr>
        <p:spPr>
          <a:xfrm xmlns:a="http://schemas.openxmlformats.org/drawingml/2006/main">
            <a:off x="2562225" y="30384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050" b="0">
                <a:solidFill>
                  <a:srgbClr val="AFC5B6"/>
                </a:solidFill>
                <a:latin typeface="Source Han Sans SC"/>
                <a:ea typeface="Source Han Sans SC"/>
                <a:cs typeface="Source Han Sans SC"/>
              </a:defRPr>
            </a:defPPr>
          </a:lstStyle>
          <a:p xmlns:a="http://schemas.openxmlformats.org/drawingml/2006/main">
            <a:pPr algn="ctr">
              <a:buNone/>
              <a:defRPr sz="1050" b="0">
                <a:solidFill>
                  <a:srgbClr val="AFC5B6"/>
                </a:solidFill>
                <a:latin typeface="Source Han Sans SC"/>
                <a:ea typeface="Source Han Sans SC"/>
                <a:cs typeface="Source Han Sans SC"/>
              </a:defRPr>
            </a:pPr>
            <a:r>
              <a:rPr sz="1050" b="0">
                <a:solidFill>
                  <a:srgbClr val="AFC5B6"/>
                </a:solidFill>
                <a:latin typeface="Source Han Sans SC"/>
                <a:ea typeface="Source Han Sans SC"/>
                <a:cs typeface="Source Han Sans SC"/>
              </a:rPr>
              <a:t>01</a:t>
            </a:r>
          </a:p>
        </p:txBody>
      </p:sp>
      <p:sp>
        <p:nvSpPr>
          <p:cNvPr id="21" name="step1:panel-184">
            <a:extLst xmlns:a="http://schemas.openxmlformats.org/drawingml/2006/main">
              <a:ext uri="{FF2B5EF4-FFF2-40B4-BE49-F238E27FC236}">
                <a16:creationId xmlns:a16="http://schemas.microsoft.com/office/drawing/2014/main" id="{1A390400-96D0-4316-A093-7B356B8C9BE5}"/>
              </a:ext>
            </a:extLst>
          </p:cNvPr>
          <p:cNvSpPr>
            <a:spLocks xmlns:a="http://schemas.openxmlformats.org/drawingml/2006/main" noGrp="1"/>
          </p:cNvSpPr>
          <p:nvPr/>
        </p:nvSpPr>
        <p:spPr>
          <a:xfrm xmlns:a="http://schemas.openxmlformats.org/drawingml/2006/main">
            <a:off x="4181475" y="4343400"/>
            <a:ext cx="1619250" cy="685800"/>
          </a:xfrm>
          <a:prstGeom xmlns:a="http://schemas.openxmlformats.org/drawingml/2006/main" prst="roundRect">
            <a:avLst>
              <a:gd name="adj" fmla="val 8333"/>
            </a:avLst>
          </a:prstGeom>
          <a:solidFill xmlns:a="http://schemas.openxmlformats.org/drawingml/2006/main">
            <a:srgbClr val="173C32"/>
          </a:solidFill>
          <a:ln xmlns:a="http://schemas.openxmlformats.org/drawingml/2006/main" w="9525">
            <a:solidFill>
              <a:srgbClr val="67C9AB"/>
            </a:solidFill>
            <a:prstDash val="solid"/>
          </a:ln>
        </p:spPr>
      </p:sp>
      <p:sp>
        <p:nvSpPr>
          <p:cNvPr id="22" name="step1:text-185">
            <a:extLst xmlns:a="http://schemas.openxmlformats.org/drawingml/2006/main">
              <a:ext uri="{FF2B5EF4-FFF2-40B4-BE49-F238E27FC236}">
                <a16:creationId xmlns:a16="http://schemas.microsoft.com/office/drawing/2014/main" id="{AC21921C-D3BA-497C-B290-8C14F2952DBD}"/>
              </a:ext>
            </a:extLst>
          </p:cNvPr>
          <p:cNvSpPr>
            <a:spLocks xmlns:a="http://schemas.openxmlformats.org/drawingml/2006/main" noGrp="1"/>
          </p:cNvSpPr>
          <p:nvPr/>
        </p:nvSpPr>
        <p:spPr>
          <a:xfrm xmlns:a="http://schemas.openxmlformats.org/drawingml/2006/main">
            <a:off x="4238625" y="4410075"/>
            <a:ext cx="1504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EFF5EE"/>
                </a:solidFill>
                <a:latin typeface="Source Han Sans SC"/>
                <a:ea typeface="Source Han Sans SC"/>
                <a:cs typeface="Source Han Sans SC"/>
              </a:defRPr>
            </a:defPPr>
          </a:lstStyle>
          <a:p xmlns:a="http://schemas.openxmlformats.org/drawingml/2006/main">
            <a:pPr algn="ctr">
              <a:buNone/>
              <a:defRPr sz="1650" b="0">
                <a:solidFill>
                  <a:srgbClr val="EFF5EE"/>
                </a:solidFill>
                <a:latin typeface="Source Han Sans SC"/>
                <a:ea typeface="Source Han Sans SC"/>
                <a:cs typeface="Source Han Sans SC"/>
              </a:defRPr>
            </a:pPr>
            <a:r>
              <a:rPr sz="1650" b="0">
                <a:solidFill>
                  <a:srgbClr val="EFF5EE"/>
                </a:solidFill>
                <a:latin typeface="Source Han Sans SC"/>
                <a:ea typeface="Source Han Sans SC"/>
                <a:cs typeface="Source Han Sans SC"/>
              </a:rPr>
              <a:t>Recognition</a:t>
            </a:r>
          </a:p>
        </p:txBody>
      </p:sp>
      <p:sp>
        <p:nvSpPr>
          <p:cNvPr id="23" name="step1:text-186">
            <a:extLst xmlns:a="http://schemas.openxmlformats.org/drawingml/2006/main">
              <a:ext uri="{FF2B5EF4-FFF2-40B4-BE49-F238E27FC236}">
                <a16:creationId xmlns:a16="http://schemas.microsoft.com/office/drawing/2014/main" id="{7E6978E0-344B-4044-B9B8-BAE44A0B3BAC}"/>
              </a:ext>
            </a:extLst>
          </p:cNvPr>
          <p:cNvSpPr>
            <a:spLocks xmlns:a="http://schemas.openxmlformats.org/drawingml/2006/main" noGrp="1"/>
          </p:cNvSpPr>
          <p:nvPr/>
        </p:nvSpPr>
        <p:spPr>
          <a:xfrm xmlns:a="http://schemas.openxmlformats.org/drawingml/2006/main">
            <a:off x="4276725" y="47529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050" b="0">
                <a:solidFill>
                  <a:srgbClr val="AFC5B6"/>
                </a:solidFill>
                <a:latin typeface="Source Han Sans SC"/>
                <a:ea typeface="Source Han Sans SC"/>
                <a:cs typeface="Source Han Sans SC"/>
              </a:defRPr>
            </a:defPPr>
          </a:lstStyle>
          <a:p xmlns:a="http://schemas.openxmlformats.org/drawingml/2006/main">
            <a:pPr algn="ctr">
              <a:buNone/>
              <a:defRPr sz="1050" b="0">
                <a:solidFill>
                  <a:srgbClr val="AFC5B6"/>
                </a:solidFill>
                <a:latin typeface="Source Han Sans SC"/>
                <a:ea typeface="Source Han Sans SC"/>
                <a:cs typeface="Source Han Sans SC"/>
              </a:defRPr>
            </a:pPr>
            <a:r>
              <a:rPr sz="1050" b="0">
                <a:solidFill>
                  <a:srgbClr val="AFC5B6"/>
                </a:solidFill>
                <a:latin typeface="Source Han Sans SC"/>
                <a:ea typeface="Source Han Sans SC"/>
                <a:cs typeface="Source Han Sans SC"/>
              </a:rPr>
              <a:t>02</a:t>
            </a:r>
          </a:p>
        </p:txBody>
      </p:sp>
      <p:sp>
        <p:nvSpPr>
          <p:cNvPr id="24" name="step1:panel-187">
            <a:extLst xmlns:a="http://schemas.openxmlformats.org/drawingml/2006/main">
              <a:ext uri="{FF2B5EF4-FFF2-40B4-BE49-F238E27FC236}">
                <a16:creationId xmlns:a16="http://schemas.microsoft.com/office/drawing/2014/main" id="{DA9DAA3B-74CD-40CC-8538-5315DAE00087}"/>
              </a:ext>
            </a:extLst>
          </p:cNvPr>
          <p:cNvSpPr>
            <a:spLocks xmlns:a="http://schemas.openxmlformats.org/drawingml/2006/main" noGrp="1"/>
          </p:cNvSpPr>
          <p:nvPr/>
        </p:nvSpPr>
        <p:spPr>
          <a:xfrm xmlns:a="http://schemas.openxmlformats.org/drawingml/2006/main">
            <a:off x="2466975" y="6057900"/>
            <a:ext cx="1619250" cy="685800"/>
          </a:xfrm>
          <a:prstGeom xmlns:a="http://schemas.openxmlformats.org/drawingml/2006/main" prst="roundRect">
            <a:avLst>
              <a:gd name="adj" fmla="val 8333"/>
            </a:avLst>
          </a:prstGeom>
          <a:solidFill xmlns:a="http://schemas.openxmlformats.org/drawingml/2006/main">
            <a:srgbClr val="173C32"/>
          </a:solidFill>
          <a:ln xmlns:a="http://schemas.openxmlformats.org/drawingml/2006/main" w="9525">
            <a:solidFill>
              <a:srgbClr val="67C9AB"/>
            </a:solidFill>
            <a:prstDash val="solid"/>
          </a:ln>
        </p:spPr>
      </p:sp>
      <p:sp>
        <p:nvSpPr>
          <p:cNvPr id="25" name="step1:text-188">
            <a:extLst xmlns:a="http://schemas.openxmlformats.org/drawingml/2006/main">
              <a:ext uri="{FF2B5EF4-FFF2-40B4-BE49-F238E27FC236}">
                <a16:creationId xmlns:a16="http://schemas.microsoft.com/office/drawing/2014/main" id="{555A3E9A-3C77-4BE1-823B-1A1C0F41E577}"/>
              </a:ext>
            </a:extLst>
          </p:cNvPr>
          <p:cNvSpPr>
            <a:spLocks xmlns:a="http://schemas.openxmlformats.org/drawingml/2006/main" noGrp="1"/>
          </p:cNvSpPr>
          <p:nvPr/>
        </p:nvSpPr>
        <p:spPr>
          <a:xfrm xmlns:a="http://schemas.openxmlformats.org/drawingml/2006/main">
            <a:off x="2524125" y="6124575"/>
            <a:ext cx="1504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EFF5EE"/>
                </a:solidFill>
                <a:latin typeface="Source Han Sans SC"/>
                <a:ea typeface="Source Han Sans SC"/>
                <a:cs typeface="Source Han Sans SC"/>
              </a:defRPr>
            </a:defPPr>
          </a:lstStyle>
          <a:p xmlns:a="http://schemas.openxmlformats.org/drawingml/2006/main">
            <a:pPr algn="ctr">
              <a:buNone/>
              <a:defRPr sz="1650" b="0">
                <a:solidFill>
                  <a:srgbClr val="EFF5EE"/>
                </a:solidFill>
                <a:latin typeface="Source Han Sans SC"/>
                <a:ea typeface="Source Han Sans SC"/>
                <a:cs typeface="Source Han Sans SC"/>
              </a:defRPr>
            </a:pPr>
            <a:r>
              <a:rPr sz="1650" b="0">
                <a:solidFill>
                  <a:srgbClr val="EFF5EE"/>
                </a:solidFill>
                <a:latin typeface="Source Han Sans SC"/>
                <a:ea typeface="Source Han Sans SC"/>
                <a:cs typeface="Source Han Sans SC"/>
              </a:rPr>
              <a:t>Capability</a:t>
            </a:r>
          </a:p>
        </p:txBody>
      </p:sp>
      <p:sp>
        <p:nvSpPr>
          <p:cNvPr id="26" name="step1:text-189">
            <a:extLst xmlns:a="http://schemas.openxmlformats.org/drawingml/2006/main">
              <a:ext uri="{FF2B5EF4-FFF2-40B4-BE49-F238E27FC236}">
                <a16:creationId xmlns:a16="http://schemas.microsoft.com/office/drawing/2014/main" id="{9191063E-40F4-49F0-A480-732B6419304B}"/>
              </a:ext>
            </a:extLst>
          </p:cNvPr>
          <p:cNvSpPr>
            <a:spLocks xmlns:a="http://schemas.openxmlformats.org/drawingml/2006/main" noGrp="1"/>
          </p:cNvSpPr>
          <p:nvPr/>
        </p:nvSpPr>
        <p:spPr>
          <a:xfrm xmlns:a="http://schemas.openxmlformats.org/drawingml/2006/main">
            <a:off x="2562225" y="64674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050" b="0">
                <a:solidFill>
                  <a:srgbClr val="AFC5B6"/>
                </a:solidFill>
                <a:latin typeface="Source Han Sans SC"/>
                <a:ea typeface="Source Han Sans SC"/>
                <a:cs typeface="Source Han Sans SC"/>
              </a:defRPr>
            </a:defPPr>
          </a:lstStyle>
          <a:p xmlns:a="http://schemas.openxmlformats.org/drawingml/2006/main">
            <a:pPr algn="ctr">
              <a:buNone/>
              <a:defRPr sz="1050" b="0">
                <a:solidFill>
                  <a:srgbClr val="AFC5B6"/>
                </a:solidFill>
                <a:latin typeface="Source Han Sans SC"/>
                <a:ea typeface="Source Han Sans SC"/>
                <a:cs typeface="Source Han Sans SC"/>
              </a:defRPr>
            </a:pPr>
            <a:r>
              <a:rPr sz="1050" b="0">
                <a:solidFill>
                  <a:srgbClr val="AFC5B6"/>
                </a:solidFill>
                <a:latin typeface="Source Han Sans SC"/>
                <a:ea typeface="Source Han Sans SC"/>
                <a:cs typeface="Source Han Sans SC"/>
              </a:rPr>
              <a:t>03</a:t>
            </a:r>
          </a:p>
        </p:txBody>
      </p:sp>
      <p:sp>
        <p:nvSpPr>
          <p:cNvPr id="27" name="step1:panel-190">
            <a:extLst xmlns:a="http://schemas.openxmlformats.org/drawingml/2006/main">
              <a:ext uri="{FF2B5EF4-FFF2-40B4-BE49-F238E27FC236}">
                <a16:creationId xmlns:a16="http://schemas.microsoft.com/office/drawing/2014/main" id="{ABB0D606-12A8-4B68-A2CD-238BFFE5FAAE}"/>
              </a:ext>
            </a:extLst>
          </p:cNvPr>
          <p:cNvSpPr>
            <a:spLocks xmlns:a="http://schemas.openxmlformats.org/drawingml/2006/main" noGrp="1"/>
          </p:cNvSpPr>
          <p:nvPr/>
        </p:nvSpPr>
        <p:spPr>
          <a:xfrm xmlns:a="http://schemas.openxmlformats.org/drawingml/2006/main">
            <a:off x="752475" y="4343400"/>
            <a:ext cx="1619250" cy="685800"/>
          </a:xfrm>
          <a:prstGeom xmlns:a="http://schemas.openxmlformats.org/drawingml/2006/main" prst="roundRect">
            <a:avLst>
              <a:gd name="adj" fmla="val 8333"/>
            </a:avLst>
          </a:prstGeom>
          <a:solidFill xmlns:a="http://schemas.openxmlformats.org/drawingml/2006/main">
            <a:srgbClr val="173C32"/>
          </a:solidFill>
          <a:ln xmlns:a="http://schemas.openxmlformats.org/drawingml/2006/main" w="9525">
            <a:solidFill>
              <a:srgbClr val="67C9AB"/>
            </a:solidFill>
            <a:prstDash val="solid"/>
          </a:ln>
        </p:spPr>
      </p:sp>
      <p:sp>
        <p:nvSpPr>
          <p:cNvPr id="28" name="step1:text-191">
            <a:extLst xmlns:a="http://schemas.openxmlformats.org/drawingml/2006/main">
              <a:ext uri="{FF2B5EF4-FFF2-40B4-BE49-F238E27FC236}">
                <a16:creationId xmlns:a16="http://schemas.microsoft.com/office/drawing/2014/main" id="{D939E32F-5A16-4C4A-8454-5B9FFA28877B}"/>
              </a:ext>
            </a:extLst>
          </p:cNvPr>
          <p:cNvSpPr>
            <a:spLocks xmlns:a="http://schemas.openxmlformats.org/drawingml/2006/main" noGrp="1"/>
          </p:cNvSpPr>
          <p:nvPr/>
        </p:nvSpPr>
        <p:spPr>
          <a:xfrm xmlns:a="http://schemas.openxmlformats.org/drawingml/2006/main">
            <a:off x="809625" y="4410075"/>
            <a:ext cx="1504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EFF5EE"/>
                </a:solidFill>
                <a:latin typeface="Source Han Sans SC"/>
                <a:ea typeface="Source Han Sans SC"/>
                <a:cs typeface="Source Han Sans SC"/>
              </a:defRPr>
            </a:defPPr>
          </a:lstStyle>
          <a:p xmlns:a="http://schemas.openxmlformats.org/drawingml/2006/main">
            <a:pPr algn="ctr">
              <a:buNone/>
              <a:defRPr sz="1650" b="0">
                <a:solidFill>
                  <a:srgbClr val="EFF5EE"/>
                </a:solidFill>
                <a:latin typeface="Source Han Sans SC"/>
                <a:ea typeface="Source Han Sans SC"/>
                <a:cs typeface="Source Han Sans SC"/>
              </a:defRPr>
            </a:pPr>
            <a:r>
              <a:rPr sz="1650" b="0">
                <a:solidFill>
                  <a:srgbClr val="EFF5EE"/>
                </a:solidFill>
                <a:latin typeface="Source Han Sans SC"/>
                <a:ea typeface="Source Han Sans SC"/>
                <a:cs typeface="Source Han Sans SC"/>
              </a:rPr>
              <a:t>Public goods</a:t>
            </a:r>
          </a:p>
        </p:txBody>
      </p:sp>
      <p:sp>
        <p:nvSpPr>
          <p:cNvPr id="29" name="step1:text-192">
            <a:extLst xmlns:a="http://schemas.openxmlformats.org/drawingml/2006/main">
              <a:ext uri="{FF2B5EF4-FFF2-40B4-BE49-F238E27FC236}">
                <a16:creationId xmlns:a16="http://schemas.microsoft.com/office/drawing/2014/main" id="{C6FE841D-AA34-4941-905E-7DB1D73D54A6}"/>
              </a:ext>
            </a:extLst>
          </p:cNvPr>
          <p:cNvSpPr>
            <a:spLocks xmlns:a="http://schemas.openxmlformats.org/drawingml/2006/main" noGrp="1"/>
          </p:cNvSpPr>
          <p:nvPr/>
        </p:nvSpPr>
        <p:spPr>
          <a:xfrm xmlns:a="http://schemas.openxmlformats.org/drawingml/2006/main">
            <a:off x="847725" y="47529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050" b="0">
                <a:solidFill>
                  <a:srgbClr val="AFC5B6"/>
                </a:solidFill>
                <a:latin typeface="Source Han Sans SC"/>
                <a:ea typeface="Source Han Sans SC"/>
                <a:cs typeface="Source Han Sans SC"/>
              </a:defRPr>
            </a:defPPr>
          </a:lstStyle>
          <a:p xmlns:a="http://schemas.openxmlformats.org/drawingml/2006/main">
            <a:pPr algn="ctr">
              <a:buNone/>
              <a:defRPr sz="1050" b="0">
                <a:solidFill>
                  <a:srgbClr val="AFC5B6"/>
                </a:solidFill>
                <a:latin typeface="Source Han Sans SC"/>
                <a:ea typeface="Source Han Sans SC"/>
                <a:cs typeface="Source Han Sans SC"/>
              </a:defRPr>
            </a:pPr>
            <a:r>
              <a:rPr sz="1050" b="0">
                <a:solidFill>
                  <a:srgbClr val="AFC5B6"/>
                </a:solidFill>
                <a:latin typeface="Source Han Sans SC"/>
                <a:ea typeface="Source Han Sans SC"/>
                <a:cs typeface="Source Han Sans SC"/>
              </a:rPr>
              <a:t>04</a:t>
            </a:r>
          </a:p>
        </p:txBody>
      </p:sp>
      <p:sp>
        <p:nvSpPr>
          <p:cNvPr id="30" name="step2:shape-193">
            <a:extLst xmlns:a="http://schemas.openxmlformats.org/drawingml/2006/main">
              <a:ext uri="{FF2B5EF4-FFF2-40B4-BE49-F238E27FC236}">
                <a16:creationId xmlns:a16="http://schemas.microsoft.com/office/drawing/2014/main" id="{B1FC3C6B-C66B-4B02-B840-9DC35C868CFE}"/>
              </a:ext>
            </a:extLst>
          </p:cNvPr>
          <p:cNvSpPr>
            <a:spLocks xmlns:a="http://schemas.openxmlformats.org/drawingml/2006/main" noGrp="1"/>
          </p:cNvSpPr>
          <p:nvPr/>
        </p:nvSpPr>
        <p:spPr>
          <a:xfrm xmlns:a="http://schemas.openxmlformats.org/drawingml/2006/main">
            <a:off x="10239375" y="2971800"/>
            <a:ext cx="3429000" cy="3429000"/>
          </a:xfrm>
          <a:prstGeom xmlns:a="http://schemas.openxmlformats.org/drawingml/2006/main" prst="ellipse">
            <a:avLst/>
          </a:prstGeom>
          <a:noFill xmlns:a="http://schemas.openxmlformats.org/drawingml/2006/main"/>
          <a:ln xmlns:a="http://schemas.openxmlformats.org/drawingml/2006/main" w="20003">
            <a:solidFill>
              <a:srgbClr val="A6B8F5"/>
            </a:solidFill>
            <a:prstDash val="solid"/>
          </a:ln>
        </p:spPr>
      </p:sp>
      <p:cxnSp>
        <p:nvCxnSpPr>
          <p:cNvPr id="31" name="step2:clockwise-194">
            <a:extLst xmlns:a="http://schemas.openxmlformats.org/drawingml/2006/main">
              <a:ext uri="{FF2B5EF4-FFF2-40B4-BE49-F238E27FC236}">
                <a16:creationId xmlns:a16="http://schemas.microsoft.com/office/drawing/2014/main" id="{BC531BF6-EEFE-4FCE-AA9D-AE7022DCBEBA}"/>
              </a:ext>
            </a:extLst>
          </p:cNvPr>
          <p:cNvCxnSpPr/>
          <p:nvPr/>
        </p:nvCxnSpPr>
        <p:spPr>
          <a:xfrm xmlns:a="http://schemas.openxmlformats.org/drawingml/2006/main" rot="2700000">
            <a:off x="13099535" y="3473965"/>
            <a:ext cx="133350" cy="0"/>
          </a:xfrm>
          <a:prstGeom xmlns:a="http://schemas.openxmlformats.org/drawingml/2006/main" prst="straightConnector1">
            <a:avLst/>
          </a:prstGeom>
          <a:ln xmlns:a="http://schemas.openxmlformats.org/drawingml/2006/main" w="22860">
            <a:solidFill>
              <a:srgbClr val="A6B8F5"/>
            </a:solidFill>
            <a:tailEnd type="triangle" w="med" len="med"/>
          </a:ln>
        </p:spPr>
      </p:cxnSp>
      <p:cxnSp>
        <p:nvCxnSpPr>
          <p:cNvPr id="32" name="step2:clockwise-195">
            <a:extLst xmlns:a="http://schemas.openxmlformats.org/drawingml/2006/main">
              <a:ext uri="{FF2B5EF4-FFF2-40B4-BE49-F238E27FC236}">
                <a16:creationId xmlns:a16="http://schemas.microsoft.com/office/drawing/2014/main" id="{BB26491B-0C6B-4BB8-A05B-3903F6BCBCA5}"/>
              </a:ext>
            </a:extLst>
          </p:cNvPr>
          <p:cNvCxnSpPr/>
          <p:nvPr/>
        </p:nvCxnSpPr>
        <p:spPr>
          <a:xfrm xmlns:a="http://schemas.openxmlformats.org/drawingml/2006/main" rot="8100000">
            <a:off x="13099535" y="5898635"/>
            <a:ext cx="133350" cy="0"/>
          </a:xfrm>
          <a:prstGeom xmlns:a="http://schemas.openxmlformats.org/drawingml/2006/main" prst="straightConnector1">
            <a:avLst/>
          </a:prstGeom>
          <a:ln xmlns:a="http://schemas.openxmlformats.org/drawingml/2006/main" w="22860">
            <a:solidFill>
              <a:srgbClr val="A6B8F5"/>
            </a:solidFill>
            <a:tailEnd type="triangle" w="med" len="med"/>
          </a:ln>
        </p:spPr>
      </p:cxnSp>
      <p:cxnSp>
        <p:nvCxnSpPr>
          <p:cNvPr id="33" name="step2:clockwise-196">
            <a:extLst xmlns:a="http://schemas.openxmlformats.org/drawingml/2006/main">
              <a:ext uri="{FF2B5EF4-FFF2-40B4-BE49-F238E27FC236}">
                <a16:creationId xmlns:a16="http://schemas.microsoft.com/office/drawing/2014/main" id="{8730C662-27E3-484D-9753-CF80ED07F5C1}"/>
              </a:ext>
            </a:extLst>
          </p:cNvPr>
          <p:cNvCxnSpPr/>
          <p:nvPr/>
        </p:nvCxnSpPr>
        <p:spPr>
          <a:xfrm xmlns:a="http://schemas.openxmlformats.org/drawingml/2006/main" rot="13500000">
            <a:off x="10674865" y="5898635"/>
            <a:ext cx="133350" cy="0"/>
          </a:xfrm>
          <a:prstGeom xmlns:a="http://schemas.openxmlformats.org/drawingml/2006/main" prst="straightConnector1">
            <a:avLst/>
          </a:prstGeom>
          <a:ln xmlns:a="http://schemas.openxmlformats.org/drawingml/2006/main" w="22860">
            <a:solidFill>
              <a:srgbClr val="A6B8F5"/>
            </a:solidFill>
            <a:tailEnd type="triangle" w="med" len="med"/>
          </a:ln>
        </p:spPr>
      </p:cxnSp>
      <p:cxnSp>
        <p:nvCxnSpPr>
          <p:cNvPr id="34" name="step2:clockwise-197">
            <a:extLst xmlns:a="http://schemas.openxmlformats.org/drawingml/2006/main">
              <a:ext uri="{FF2B5EF4-FFF2-40B4-BE49-F238E27FC236}">
                <a16:creationId xmlns:a16="http://schemas.microsoft.com/office/drawing/2014/main" id="{119259DB-6891-4FF9-81E2-76A0889EF3BE}"/>
              </a:ext>
            </a:extLst>
          </p:cNvPr>
          <p:cNvCxnSpPr/>
          <p:nvPr/>
        </p:nvCxnSpPr>
        <p:spPr>
          <a:xfrm xmlns:a="http://schemas.openxmlformats.org/drawingml/2006/main" rot="18900000">
            <a:off x="10674865" y="3473965"/>
            <a:ext cx="133350" cy="0"/>
          </a:xfrm>
          <a:prstGeom xmlns:a="http://schemas.openxmlformats.org/drawingml/2006/main" prst="straightConnector1">
            <a:avLst/>
          </a:prstGeom>
          <a:ln xmlns:a="http://schemas.openxmlformats.org/drawingml/2006/main" w="22860">
            <a:solidFill>
              <a:srgbClr val="A6B8F5"/>
            </a:solidFill>
            <a:tailEnd type="triangle" w="med" len="med"/>
          </a:ln>
        </p:spPr>
      </p:cxnSp>
      <p:sp>
        <p:nvSpPr>
          <p:cNvPr id="35" name="step2:text-198">
            <a:extLst xmlns:a="http://schemas.openxmlformats.org/drawingml/2006/main">
              <a:ext uri="{FF2B5EF4-FFF2-40B4-BE49-F238E27FC236}">
                <a16:creationId xmlns:a16="http://schemas.microsoft.com/office/drawing/2014/main" id="{8DEAF43F-96E0-494C-8BAB-C54C3FB01F2D}"/>
              </a:ext>
            </a:extLst>
          </p:cNvPr>
          <p:cNvSpPr>
            <a:spLocks xmlns:a="http://schemas.openxmlformats.org/drawingml/2006/main" noGrp="1"/>
          </p:cNvSpPr>
          <p:nvPr/>
        </p:nvSpPr>
        <p:spPr>
          <a:xfrm xmlns:a="http://schemas.openxmlformats.org/drawingml/2006/main">
            <a:off x="10572750" y="4352925"/>
            <a:ext cx="276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700" b="1">
                <a:solidFill>
                  <a:srgbClr val="A6B8F5"/>
                </a:solidFill>
                <a:latin typeface="Source Han Sans SC"/>
                <a:ea typeface="Source Han Sans SC"/>
                <a:cs typeface="Source Han Sans SC"/>
              </a:defRPr>
            </a:defPPr>
          </a:lstStyle>
          <a:p xmlns:a="http://schemas.openxmlformats.org/drawingml/2006/main">
            <a:pPr algn="ctr">
              <a:buNone/>
              <a:defRPr sz="2700" b="1">
                <a:solidFill>
                  <a:srgbClr val="A6B8F5"/>
                </a:solidFill>
                <a:latin typeface="Source Han Sans SC"/>
                <a:ea typeface="Source Han Sans SC"/>
                <a:cs typeface="Source Han Sans SC"/>
              </a:defRPr>
            </a:pPr>
            <a:r>
              <a:rPr sz="2700" b="1">
                <a:solidFill>
                  <a:srgbClr val="A6B8F5"/>
                </a:solidFill>
                <a:latin typeface="Source Han Sans SC"/>
                <a:ea typeface="Source Han Sans SC"/>
                <a:cs typeface="Source Han Sans SC"/>
              </a:rPr>
              <a:t>Resources</a:t>
            </a:r>
          </a:p>
        </p:txBody>
      </p:sp>
      <p:sp>
        <p:nvSpPr>
          <p:cNvPr id="36" name="step2:text-199">
            <a:extLst xmlns:a="http://schemas.openxmlformats.org/drawingml/2006/main">
              <a:ext uri="{FF2B5EF4-FFF2-40B4-BE49-F238E27FC236}">
                <a16:creationId xmlns:a16="http://schemas.microsoft.com/office/drawing/2014/main" id="{E7DAB9F1-D511-4EB6-B41A-79D537596F48}"/>
              </a:ext>
            </a:extLst>
          </p:cNvPr>
          <p:cNvSpPr>
            <a:spLocks xmlns:a="http://schemas.openxmlformats.org/drawingml/2006/main" noGrp="1"/>
          </p:cNvSpPr>
          <p:nvPr/>
        </p:nvSpPr>
        <p:spPr>
          <a:xfrm xmlns:a="http://schemas.openxmlformats.org/drawingml/2006/main">
            <a:off x="10734675" y="5000625"/>
            <a:ext cx="24384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AFC5B6"/>
                </a:solidFill>
                <a:latin typeface="Source Han Sans SC"/>
                <a:ea typeface="Source Han Sans SC"/>
                <a:cs typeface="Source Han Sans SC"/>
              </a:defRPr>
            </a:defPPr>
          </a:lstStyle>
          <a:p xmlns:a="http://schemas.openxmlformats.org/drawingml/2006/main">
            <a:pPr algn="ctr">
              <a:buNone/>
              <a:defRPr sz="1575" b="0">
                <a:solidFill>
                  <a:srgbClr val="AFC5B6"/>
                </a:solidFill>
                <a:latin typeface="Source Han Sans SC"/>
                <a:ea typeface="Source Han Sans SC"/>
                <a:cs typeface="Source Han Sans SC"/>
              </a:defRPr>
            </a:pPr>
            <a:r>
              <a:rPr sz="1575" b="0">
                <a:solidFill>
                  <a:srgbClr val="AFC5B6"/>
                </a:solidFill>
                <a:latin typeface="Source Han Sans SC"/>
                <a:ea typeface="Source Han Sans SC"/>
                <a:cs typeface="Source Han Sans SC"/>
              </a:rPr>
              <a:t>Support into continuity</a:t>
            </a:r>
          </a:p>
        </p:txBody>
      </p:sp>
      <p:sp>
        <p:nvSpPr>
          <p:cNvPr id="37" name="step2:panel-200">
            <a:extLst xmlns:a="http://schemas.openxmlformats.org/drawingml/2006/main">
              <a:ext uri="{FF2B5EF4-FFF2-40B4-BE49-F238E27FC236}">
                <a16:creationId xmlns:a16="http://schemas.microsoft.com/office/drawing/2014/main" id="{762F31E0-4B05-4CB9-9C28-BAA7F27F3B89}"/>
              </a:ext>
            </a:extLst>
          </p:cNvPr>
          <p:cNvSpPr>
            <a:spLocks xmlns:a="http://schemas.openxmlformats.org/drawingml/2006/main" noGrp="1"/>
          </p:cNvSpPr>
          <p:nvPr/>
        </p:nvSpPr>
        <p:spPr>
          <a:xfrm xmlns:a="http://schemas.openxmlformats.org/drawingml/2006/main">
            <a:off x="11144250" y="2628900"/>
            <a:ext cx="1619250" cy="685800"/>
          </a:xfrm>
          <a:prstGeom xmlns:a="http://schemas.openxmlformats.org/drawingml/2006/main" prst="roundRect">
            <a:avLst>
              <a:gd name="adj" fmla="val 8333"/>
            </a:avLst>
          </a:prstGeom>
          <a:solidFill xmlns:a="http://schemas.openxmlformats.org/drawingml/2006/main">
            <a:srgbClr val="203B42"/>
          </a:solidFill>
          <a:ln xmlns:a="http://schemas.openxmlformats.org/drawingml/2006/main" w="9525">
            <a:solidFill>
              <a:srgbClr val="A6B8F5"/>
            </a:solidFill>
            <a:prstDash val="solid"/>
          </a:ln>
        </p:spPr>
      </p:sp>
      <p:sp>
        <p:nvSpPr>
          <p:cNvPr id="38" name="step2:text-201">
            <a:extLst xmlns:a="http://schemas.openxmlformats.org/drawingml/2006/main">
              <a:ext uri="{FF2B5EF4-FFF2-40B4-BE49-F238E27FC236}">
                <a16:creationId xmlns:a16="http://schemas.microsoft.com/office/drawing/2014/main" id="{F3009836-B14A-450D-AB87-72CA8DC88A04}"/>
              </a:ext>
            </a:extLst>
          </p:cNvPr>
          <p:cNvSpPr>
            <a:spLocks xmlns:a="http://schemas.openxmlformats.org/drawingml/2006/main" noGrp="1"/>
          </p:cNvSpPr>
          <p:nvPr/>
        </p:nvSpPr>
        <p:spPr>
          <a:xfrm xmlns:a="http://schemas.openxmlformats.org/drawingml/2006/main">
            <a:off x="11201400" y="2695575"/>
            <a:ext cx="1504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EFF5EE"/>
                </a:solidFill>
                <a:latin typeface="Source Han Sans SC"/>
                <a:ea typeface="Source Han Sans SC"/>
                <a:cs typeface="Source Han Sans SC"/>
              </a:defRPr>
            </a:defPPr>
          </a:lstStyle>
          <a:p xmlns:a="http://schemas.openxmlformats.org/drawingml/2006/main">
            <a:pPr algn="ctr">
              <a:buNone/>
              <a:defRPr sz="1650" b="0">
                <a:solidFill>
                  <a:srgbClr val="EFF5EE"/>
                </a:solidFill>
                <a:latin typeface="Source Han Sans SC"/>
                <a:ea typeface="Source Han Sans SC"/>
                <a:cs typeface="Source Han Sans SC"/>
              </a:defRPr>
            </a:pPr>
            <a:r>
              <a:rPr sz="1650" b="0">
                <a:solidFill>
                  <a:srgbClr val="EFF5EE"/>
                </a:solidFill>
                <a:latin typeface="Source Han Sans SC"/>
                <a:ea typeface="Source Han Sans SC"/>
                <a:cs typeface="Source Han Sans SC"/>
              </a:rPr>
              <a:t>Resources</a:t>
            </a:r>
          </a:p>
        </p:txBody>
      </p:sp>
      <p:sp>
        <p:nvSpPr>
          <p:cNvPr id="39" name="step2:text-202">
            <a:extLst xmlns:a="http://schemas.openxmlformats.org/drawingml/2006/main">
              <a:ext uri="{FF2B5EF4-FFF2-40B4-BE49-F238E27FC236}">
                <a16:creationId xmlns:a16="http://schemas.microsoft.com/office/drawing/2014/main" id="{0B59B15C-E86F-4ED7-B8A2-0DCD7C1C2BF6}"/>
              </a:ext>
            </a:extLst>
          </p:cNvPr>
          <p:cNvSpPr>
            <a:spLocks xmlns:a="http://schemas.openxmlformats.org/drawingml/2006/main" noGrp="1"/>
          </p:cNvSpPr>
          <p:nvPr/>
        </p:nvSpPr>
        <p:spPr>
          <a:xfrm xmlns:a="http://schemas.openxmlformats.org/drawingml/2006/main">
            <a:off x="11239500" y="30384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050" b="0">
                <a:solidFill>
                  <a:srgbClr val="AFC5B6"/>
                </a:solidFill>
                <a:latin typeface="Source Han Sans SC"/>
                <a:ea typeface="Source Han Sans SC"/>
                <a:cs typeface="Source Han Sans SC"/>
              </a:defRPr>
            </a:defPPr>
          </a:lstStyle>
          <a:p xmlns:a="http://schemas.openxmlformats.org/drawingml/2006/main">
            <a:pPr algn="ctr">
              <a:buNone/>
              <a:defRPr sz="1050" b="0">
                <a:solidFill>
                  <a:srgbClr val="AFC5B6"/>
                </a:solidFill>
                <a:latin typeface="Source Han Sans SC"/>
                <a:ea typeface="Source Han Sans SC"/>
                <a:cs typeface="Source Han Sans SC"/>
              </a:defRPr>
            </a:pPr>
            <a:r>
              <a:rPr sz="1050" b="0">
                <a:solidFill>
                  <a:srgbClr val="AFC5B6"/>
                </a:solidFill>
                <a:latin typeface="Source Han Sans SC"/>
                <a:ea typeface="Source Han Sans SC"/>
                <a:cs typeface="Source Han Sans SC"/>
              </a:rPr>
              <a:t>01</a:t>
            </a:r>
          </a:p>
        </p:txBody>
      </p:sp>
      <p:sp>
        <p:nvSpPr>
          <p:cNvPr id="40" name="step2:panel-203">
            <a:extLst xmlns:a="http://schemas.openxmlformats.org/drawingml/2006/main">
              <a:ext uri="{FF2B5EF4-FFF2-40B4-BE49-F238E27FC236}">
                <a16:creationId xmlns:a16="http://schemas.microsoft.com/office/drawing/2014/main" id="{B4F0F63E-0AB3-4F6D-9A5D-281DFE6E1403}"/>
              </a:ext>
            </a:extLst>
          </p:cNvPr>
          <p:cNvSpPr>
            <a:spLocks xmlns:a="http://schemas.openxmlformats.org/drawingml/2006/main" noGrp="1"/>
          </p:cNvSpPr>
          <p:nvPr/>
        </p:nvSpPr>
        <p:spPr>
          <a:xfrm xmlns:a="http://schemas.openxmlformats.org/drawingml/2006/main">
            <a:off x="12858750" y="4343400"/>
            <a:ext cx="1619250" cy="685800"/>
          </a:xfrm>
          <a:prstGeom xmlns:a="http://schemas.openxmlformats.org/drawingml/2006/main" prst="roundRect">
            <a:avLst>
              <a:gd name="adj" fmla="val 8333"/>
            </a:avLst>
          </a:prstGeom>
          <a:solidFill xmlns:a="http://schemas.openxmlformats.org/drawingml/2006/main">
            <a:srgbClr val="203B42"/>
          </a:solidFill>
          <a:ln xmlns:a="http://schemas.openxmlformats.org/drawingml/2006/main" w="9525">
            <a:solidFill>
              <a:srgbClr val="A6B8F5"/>
            </a:solidFill>
            <a:prstDash val="solid"/>
          </a:ln>
        </p:spPr>
      </p:sp>
      <p:sp>
        <p:nvSpPr>
          <p:cNvPr id="41" name="step2:text-204">
            <a:extLst xmlns:a="http://schemas.openxmlformats.org/drawingml/2006/main">
              <a:ext uri="{FF2B5EF4-FFF2-40B4-BE49-F238E27FC236}">
                <a16:creationId xmlns:a16="http://schemas.microsoft.com/office/drawing/2014/main" id="{A6765A60-BF57-4717-AD9F-FE8B427779F0}"/>
              </a:ext>
            </a:extLst>
          </p:cNvPr>
          <p:cNvSpPr>
            <a:spLocks xmlns:a="http://schemas.openxmlformats.org/drawingml/2006/main" noGrp="1"/>
          </p:cNvSpPr>
          <p:nvPr/>
        </p:nvSpPr>
        <p:spPr>
          <a:xfrm xmlns:a="http://schemas.openxmlformats.org/drawingml/2006/main">
            <a:off x="12915900" y="4410075"/>
            <a:ext cx="1504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EFF5EE"/>
                </a:solidFill>
                <a:latin typeface="Source Han Sans SC"/>
                <a:ea typeface="Source Han Sans SC"/>
                <a:cs typeface="Source Han Sans SC"/>
              </a:defRPr>
            </a:defPPr>
          </a:lstStyle>
          <a:p xmlns:a="http://schemas.openxmlformats.org/drawingml/2006/main">
            <a:pPr algn="ctr">
              <a:buNone/>
              <a:defRPr sz="1650" b="0">
                <a:solidFill>
                  <a:srgbClr val="EFF5EE"/>
                </a:solidFill>
                <a:latin typeface="Source Han Sans SC"/>
                <a:ea typeface="Source Han Sans SC"/>
                <a:cs typeface="Source Han Sans SC"/>
              </a:defRPr>
            </a:pPr>
            <a:r>
              <a:rPr sz="1650" b="0">
                <a:solidFill>
                  <a:srgbClr val="EFF5EE"/>
                </a:solidFill>
                <a:latin typeface="Source Han Sans SC"/>
                <a:ea typeface="Source Han Sans SC"/>
                <a:cs typeface="Source Han Sans SC"/>
              </a:rPr>
              <a:t>Match support</a:t>
            </a:r>
          </a:p>
        </p:txBody>
      </p:sp>
      <p:sp>
        <p:nvSpPr>
          <p:cNvPr id="42" name="step2:text-205">
            <a:extLst xmlns:a="http://schemas.openxmlformats.org/drawingml/2006/main">
              <a:ext uri="{FF2B5EF4-FFF2-40B4-BE49-F238E27FC236}">
                <a16:creationId xmlns:a16="http://schemas.microsoft.com/office/drawing/2014/main" id="{2714F605-3569-47BE-BAC6-87F7455BB8DA}"/>
              </a:ext>
            </a:extLst>
          </p:cNvPr>
          <p:cNvSpPr>
            <a:spLocks xmlns:a="http://schemas.openxmlformats.org/drawingml/2006/main" noGrp="1"/>
          </p:cNvSpPr>
          <p:nvPr/>
        </p:nvSpPr>
        <p:spPr>
          <a:xfrm xmlns:a="http://schemas.openxmlformats.org/drawingml/2006/main">
            <a:off x="12954000" y="47529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050" b="0">
                <a:solidFill>
                  <a:srgbClr val="AFC5B6"/>
                </a:solidFill>
                <a:latin typeface="Source Han Sans SC"/>
                <a:ea typeface="Source Han Sans SC"/>
                <a:cs typeface="Source Han Sans SC"/>
              </a:defRPr>
            </a:defPPr>
          </a:lstStyle>
          <a:p xmlns:a="http://schemas.openxmlformats.org/drawingml/2006/main">
            <a:pPr algn="ctr">
              <a:buNone/>
              <a:defRPr sz="1050" b="0">
                <a:solidFill>
                  <a:srgbClr val="AFC5B6"/>
                </a:solidFill>
                <a:latin typeface="Source Han Sans SC"/>
                <a:ea typeface="Source Han Sans SC"/>
                <a:cs typeface="Source Han Sans SC"/>
              </a:defRPr>
            </a:pPr>
            <a:r>
              <a:rPr sz="1050" b="0">
                <a:solidFill>
                  <a:srgbClr val="AFC5B6"/>
                </a:solidFill>
                <a:latin typeface="Source Han Sans SC"/>
                <a:ea typeface="Source Han Sans SC"/>
                <a:cs typeface="Source Han Sans SC"/>
              </a:rPr>
              <a:t>02</a:t>
            </a:r>
          </a:p>
        </p:txBody>
      </p:sp>
      <p:sp>
        <p:nvSpPr>
          <p:cNvPr id="43" name="step2:panel-206">
            <a:extLst xmlns:a="http://schemas.openxmlformats.org/drawingml/2006/main">
              <a:ext uri="{FF2B5EF4-FFF2-40B4-BE49-F238E27FC236}">
                <a16:creationId xmlns:a16="http://schemas.microsoft.com/office/drawing/2014/main" id="{3C488EA5-2933-4AA9-988C-35924322FE34}"/>
              </a:ext>
            </a:extLst>
          </p:cNvPr>
          <p:cNvSpPr>
            <a:spLocks xmlns:a="http://schemas.openxmlformats.org/drawingml/2006/main" noGrp="1"/>
          </p:cNvSpPr>
          <p:nvPr/>
        </p:nvSpPr>
        <p:spPr>
          <a:xfrm xmlns:a="http://schemas.openxmlformats.org/drawingml/2006/main">
            <a:off x="11144250" y="6057900"/>
            <a:ext cx="1619250" cy="685800"/>
          </a:xfrm>
          <a:prstGeom xmlns:a="http://schemas.openxmlformats.org/drawingml/2006/main" prst="roundRect">
            <a:avLst>
              <a:gd name="adj" fmla="val 8333"/>
            </a:avLst>
          </a:prstGeom>
          <a:solidFill xmlns:a="http://schemas.openxmlformats.org/drawingml/2006/main">
            <a:srgbClr val="203B42"/>
          </a:solidFill>
          <a:ln xmlns:a="http://schemas.openxmlformats.org/drawingml/2006/main" w="9525">
            <a:solidFill>
              <a:srgbClr val="A6B8F5"/>
            </a:solidFill>
            <a:prstDash val="solid"/>
          </a:ln>
        </p:spPr>
      </p:sp>
      <p:sp>
        <p:nvSpPr>
          <p:cNvPr id="44" name="step2:text-207">
            <a:extLst xmlns:a="http://schemas.openxmlformats.org/drawingml/2006/main">
              <a:ext uri="{FF2B5EF4-FFF2-40B4-BE49-F238E27FC236}">
                <a16:creationId xmlns:a16="http://schemas.microsoft.com/office/drawing/2014/main" id="{396810A7-030C-417E-858C-89CD67B3B7BB}"/>
              </a:ext>
            </a:extLst>
          </p:cNvPr>
          <p:cNvSpPr>
            <a:spLocks xmlns:a="http://schemas.openxmlformats.org/drawingml/2006/main" noGrp="1"/>
          </p:cNvSpPr>
          <p:nvPr/>
        </p:nvSpPr>
        <p:spPr>
          <a:xfrm xmlns:a="http://schemas.openxmlformats.org/drawingml/2006/main">
            <a:off x="11201400" y="6124575"/>
            <a:ext cx="1504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EFF5EE"/>
                </a:solidFill>
                <a:latin typeface="Source Han Sans SC"/>
                <a:ea typeface="Source Han Sans SC"/>
                <a:cs typeface="Source Han Sans SC"/>
              </a:defRPr>
            </a:defPPr>
          </a:lstStyle>
          <a:p xmlns:a="http://schemas.openxmlformats.org/drawingml/2006/main">
            <a:pPr algn="ctr">
              <a:buNone/>
              <a:defRPr sz="1650" b="0">
                <a:solidFill>
                  <a:srgbClr val="EFF5EE"/>
                </a:solidFill>
                <a:latin typeface="Source Han Sans SC"/>
                <a:ea typeface="Source Han Sans SC"/>
                <a:cs typeface="Source Han Sans SC"/>
              </a:defRPr>
            </a:pPr>
            <a:r>
              <a:rPr sz="1650" b="0">
                <a:solidFill>
                  <a:srgbClr val="EFF5EE"/>
                </a:solidFill>
                <a:latin typeface="Source Han Sans SC"/>
                <a:ea typeface="Source Han Sans SC"/>
                <a:cs typeface="Source Han Sans SC"/>
              </a:rPr>
              <a:t>Create value</a:t>
            </a:r>
          </a:p>
        </p:txBody>
      </p:sp>
      <p:sp>
        <p:nvSpPr>
          <p:cNvPr id="45" name="step2:text-208">
            <a:extLst xmlns:a="http://schemas.openxmlformats.org/drawingml/2006/main">
              <a:ext uri="{FF2B5EF4-FFF2-40B4-BE49-F238E27FC236}">
                <a16:creationId xmlns:a16="http://schemas.microsoft.com/office/drawing/2014/main" id="{3724D809-368E-49FF-A067-EE7ECB478725}"/>
              </a:ext>
            </a:extLst>
          </p:cNvPr>
          <p:cNvSpPr>
            <a:spLocks xmlns:a="http://schemas.openxmlformats.org/drawingml/2006/main" noGrp="1"/>
          </p:cNvSpPr>
          <p:nvPr/>
        </p:nvSpPr>
        <p:spPr>
          <a:xfrm xmlns:a="http://schemas.openxmlformats.org/drawingml/2006/main">
            <a:off x="11239500" y="64674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050" b="0">
                <a:solidFill>
                  <a:srgbClr val="AFC5B6"/>
                </a:solidFill>
                <a:latin typeface="Source Han Sans SC"/>
                <a:ea typeface="Source Han Sans SC"/>
                <a:cs typeface="Source Han Sans SC"/>
              </a:defRPr>
            </a:defPPr>
          </a:lstStyle>
          <a:p xmlns:a="http://schemas.openxmlformats.org/drawingml/2006/main">
            <a:pPr algn="ctr">
              <a:buNone/>
              <a:defRPr sz="1050" b="0">
                <a:solidFill>
                  <a:srgbClr val="AFC5B6"/>
                </a:solidFill>
                <a:latin typeface="Source Han Sans SC"/>
                <a:ea typeface="Source Han Sans SC"/>
                <a:cs typeface="Source Han Sans SC"/>
              </a:defRPr>
            </a:pPr>
            <a:r>
              <a:rPr sz="1050" b="0">
                <a:solidFill>
                  <a:srgbClr val="AFC5B6"/>
                </a:solidFill>
                <a:latin typeface="Source Han Sans SC"/>
                <a:ea typeface="Source Han Sans SC"/>
                <a:cs typeface="Source Han Sans SC"/>
              </a:rPr>
              <a:t>03</a:t>
            </a:r>
          </a:p>
        </p:txBody>
      </p:sp>
      <p:sp>
        <p:nvSpPr>
          <p:cNvPr id="46" name="step2:panel-209">
            <a:extLst xmlns:a="http://schemas.openxmlformats.org/drawingml/2006/main">
              <a:ext uri="{FF2B5EF4-FFF2-40B4-BE49-F238E27FC236}">
                <a16:creationId xmlns:a16="http://schemas.microsoft.com/office/drawing/2014/main" id="{FF307E43-C2C3-4052-8210-1DD71503C1CD}"/>
              </a:ext>
            </a:extLst>
          </p:cNvPr>
          <p:cNvSpPr>
            <a:spLocks xmlns:a="http://schemas.openxmlformats.org/drawingml/2006/main" noGrp="1"/>
          </p:cNvSpPr>
          <p:nvPr/>
        </p:nvSpPr>
        <p:spPr>
          <a:xfrm xmlns:a="http://schemas.openxmlformats.org/drawingml/2006/main">
            <a:off x="9429750" y="4343400"/>
            <a:ext cx="1619250" cy="685800"/>
          </a:xfrm>
          <a:prstGeom xmlns:a="http://schemas.openxmlformats.org/drawingml/2006/main" prst="roundRect">
            <a:avLst>
              <a:gd name="adj" fmla="val 8333"/>
            </a:avLst>
          </a:prstGeom>
          <a:solidFill xmlns:a="http://schemas.openxmlformats.org/drawingml/2006/main">
            <a:srgbClr val="203B42"/>
          </a:solidFill>
          <a:ln xmlns:a="http://schemas.openxmlformats.org/drawingml/2006/main" w="9525">
            <a:solidFill>
              <a:srgbClr val="A6B8F5"/>
            </a:solidFill>
            <a:prstDash val="solid"/>
          </a:ln>
        </p:spPr>
      </p:sp>
      <p:sp>
        <p:nvSpPr>
          <p:cNvPr id="47" name="step2:text-210">
            <a:extLst xmlns:a="http://schemas.openxmlformats.org/drawingml/2006/main">
              <a:ext uri="{FF2B5EF4-FFF2-40B4-BE49-F238E27FC236}">
                <a16:creationId xmlns:a16="http://schemas.microsoft.com/office/drawing/2014/main" id="{11579743-D2C0-4331-8BB5-CC7FE8D37D03}"/>
              </a:ext>
            </a:extLst>
          </p:cNvPr>
          <p:cNvSpPr>
            <a:spLocks xmlns:a="http://schemas.openxmlformats.org/drawingml/2006/main" noGrp="1"/>
          </p:cNvSpPr>
          <p:nvPr/>
        </p:nvSpPr>
        <p:spPr>
          <a:xfrm xmlns:a="http://schemas.openxmlformats.org/drawingml/2006/main">
            <a:off x="9486900" y="4410075"/>
            <a:ext cx="1504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EFF5EE"/>
                </a:solidFill>
                <a:latin typeface="Source Han Sans SC"/>
                <a:ea typeface="Source Han Sans SC"/>
                <a:cs typeface="Source Han Sans SC"/>
              </a:defRPr>
            </a:defPPr>
          </a:lstStyle>
          <a:p xmlns:a="http://schemas.openxmlformats.org/drawingml/2006/main">
            <a:pPr algn="ctr">
              <a:buNone/>
              <a:defRPr sz="1500" b="0">
                <a:solidFill>
                  <a:srgbClr val="EFF5EE"/>
                </a:solidFill>
                <a:latin typeface="Source Han Sans SC"/>
                <a:ea typeface="Source Han Sans SC"/>
                <a:cs typeface="Source Han Sans SC"/>
              </a:defRPr>
            </a:pPr>
            <a:r>
              <a:rPr sz="1500" b="0">
                <a:solidFill>
                  <a:srgbClr val="EFF5EE"/>
                </a:solidFill>
                <a:latin typeface="Source Han Sans SC"/>
                <a:ea typeface="Source Han Sans SC"/>
                <a:cs typeface="Source Han Sans SC"/>
              </a:rPr>
              <a:t>Verify outcomes</a:t>
            </a:r>
          </a:p>
        </p:txBody>
      </p:sp>
      <p:sp>
        <p:nvSpPr>
          <p:cNvPr id="48" name="step2:text-211">
            <a:extLst xmlns:a="http://schemas.openxmlformats.org/drawingml/2006/main">
              <a:ext uri="{FF2B5EF4-FFF2-40B4-BE49-F238E27FC236}">
                <a16:creationId xmlns:a16="http://schemas.microsoft.com/office/drawing/2014/main" id="{31DC3274-4DFB-4A4C-B49E-CC07F08FCCC7}"/>
              </a:ext>
            </a:extLst>
          </p:cNvPr>
          <p:cNvSpPr>
            <a:spLocks xmlns:a="http://schemas.openxmlformats.org/drawingml/2006/main" noGrp="1"/>
          </p:cNvSpPr>
          <p:nvPr/>
        </p:nvSpPr>
        <p:spPr>
          <a:xfrm xmlns:a="http://schemas.openxmlformats.org/drawingml/2006/main">
            <a:off x="9525000" y="47529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050" b="0">
                <a:solidFill>
                  <a:srgbClr val="AFC5B6"/>
                </a:solidFill>
                <a:latin typeface="Source Han Sans SC"/>
                <a:ea typeface="Source Han Sans SC"/>
                <a:cs typeface="Source Han Sans SC"/>
              </a:defRPr>
            </a:defPPr>
          </a:lstStyle>
          <a:p xmlns:a="http://schemas.openxmlformats.org/drawingml/2006/main">
            <a:pPr algn="ctr">
              <a:buNone/>
              <a:defRPr sz="1050" b="0">
                <a:solidFill>
                  <a:srgbClr val="AFC5B6"/>
                </a:solidFill>
                <a:latin typeface="Source Han Sans SC"/>
                <a:ea typeface="Source Han Sans SC"/>
                <a:cs typeface="Source Han Sans SC"/>
              </a:defRPr>
            </a:pPr>
            <a:r>
              <a:rPr sz="1050" b="0">
                <a:solidFill>
                  <a:srgbClr val="AFC5B6"/>
                </a:solidFill>
                <a:latin typeface="Source Han Sans SC"/>
                <a:ea typeface="Source Han Sans SC"/>
                <a:cs typeface="Source Han Sans SC"/>
              </a:rPr>
              <a:t>04</a:t>
            </a:r>
          </a:p>
        </p:txBody>
      </p:sp>
      <p:sp>
        <p:nvSpPr>
          <p:cNvPr id="49" name="step3:text-212">
            <a:extLst xmlns:a="http://schemas.openxmlformats.org/drawingml/2006/main">
              <a:ext uri="{FF2B5EF4-FFF2-40B4-BE49-F238E27FC236}">
                <a16:creationId xmlns:a16="http://schemas.microsoft.com/office/drawing/2014/main" id="{E6DF8B28-D9F4-4810-A1D4-8D6DEFBEE0D5}"/>
              </a:ext>
            </a:extLst>
          </p:cNvPr>
          <p:cNvSpPr>
            <a:spLocks xmlns:a="http://schemas.openxmlformats.org/drawingml/2006/main" noGrp="1"/>
          </p:cNvSpPr>
          <p:nvPr/>
        </p:nvSpPr>
        <p:spPr>
          <a:xfrm xmlns:a="http://schemas.openxmlformats.org/drawingml/2006/main">
            <a:off x="5715000" y="3714750"/>
            <a:ext cx="3810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67C9AB"/>
                </a:solidFill>
                <a:latin typeface="Source Han Sans SC"/>
                <a:ea typeface="Source Han Sans SC"/>
                <a:cs typeface="Source Han Sans SC"/>
              </a:defRPr>
            </a:defPPr>
          </a:lstStyle>
          <a:p xmlns:a="http://schemas.openxmlformats.org/drawingml/2006/main">
            <a:pPr algn="ctr">
              <a:buNone/>
              <a:defRPr sz="1725" b="0">
                <a:solidFill>
                  <a:srgbClr val="67C9AB"/>
                </a:solidFill>
                <a:latin typeface="Source Han Sans SC"/>
                <a:ea typeface="Source Han Sans SC"/>
                <a:cs typeface="Source Han Sans SC"/>
              </a:defRPr>
            </a:pPr>
            <a:r>
              <a:rPr sz="1725" b="0">
                <a:solidFill>
                  <a:srgbClr val="67C9AB"/>
                </a:solidFill>
                <a:latin typeface="Source Han Sans SC"/>
                <a:ea typeface="Source Han Sans SC"/>
                <a:cs typeface="Source Han Sans SC"/>
              </a:rPr>
              <a:t>Public goods create value</a:t>
            </a:r>
          </a:p>
        </p:txBody>
      </p:sp>
      <p:cxnSp>
        <p:nvCxnSpPr>
          <p:cNvPr id="50" name="step3:arrow-213">
            <a:extLst xmlns:a="http://schemas.openxmlformats.org/drawingml/2006/main">
              <a:ext uri="{FF2B5EF4-FFF2-40B4-BE49-F238E27FC236}">
                <a16:creationId xmlns:a16="http://schemas.microsoft.com/office/drawing/2014/main" id="{9D10F0AE-1662-4D13-A6BA-CB5BD10BF695}"/>
              </a:ext>
            </a:extLst>
          </p:cNvPr>
          <p:cNvCxnSpPr/>
          <p:nvPr/>
        </p:nvCxnSpPr>
        <p:spPr>
          <a:xfrm xmlns:a="http://schemas.openxmlformats.org/drawingml/2006/main">
            <a:off x="5953125" y="4257675"/>
            <a:ext cx="3324225" cy="0"/>
          </a:xfrm>
          <a:prstGeom xmlns:a="http://schemas.openxmlformats.org/drawingml/2006/main" prst="straightConnector1">
            <a:avLst/>
          </a:prstGeom>
          <a:ln xmlns:a="http://schemas.openxmlformats.org/drawingml/2006/main" w="23813">
            <a:solidFill>
              <a:srgbClr val="67C9AB"/>
            </a:solidFill>
            <a:tailEnd type="triangle" w="med" len="med"/>
          </a:ln>
        </p:spPr>
      </p:cxnSp>
      <p:sp>
        <p:nvSpPr>
          <p:cNvPr id="51" name="step3:text-214">
            <a:extLst xmlns:a="http://schemas.openxmlformats.org/drawingml/2006/main">
              <a:ext uri="{FF2B5EF4-FFF2-40B4-BE49-F238E27FC236}">
                <a16:creationId xmlns:a16="http://schemas.microsoft.com/office/drawing/2014/main" id="{9E8CEF0A-4DC5-421E-A678-FCC3BBEF87BE}"/>
              </a:ext>
            </a:extLst>
          </p:cNvPr>
          <p:cNvSpPr>
            <a:spLocks xmlns:a="http://schemas.openxmlformats.org/drawingml/2006/main" noGrp="1"/>
          </p:cNvSpPr>
          <p:nvPr/>
        </p:nvSpPr>
        <p:spPr>
          <a:xfrm xmlns:a="http://schemas.openxmlformats.org/drawingml/2006/main">
            <a:off x="6096000" y="455295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AFC5B6"/>
                </a:solidFill>
                <a:latin typeface="Source Han Sans SC"/>
                <a:ea typeface="Source Han Sans SC"/>
                <a:cs typeface="Source Han Sans SC"/>
              </a:defRPr>
            </a:defPPr>
          </a:lstStyle>
          <a:p xmlns:a="http://schemas.openxmlformats.org/drawingml/2006/main">
            <a:pPr algn="ctr">
              <a:buNone/>
              <a:defRPr sz="1575" b="0">
                <a:solidFill>
                  <a:srgbClr val="AFC5B6"/>
                </a:solidFill>
                <a:latin typeface="Source Han Sans SC"/>
                <a:ea typeface="Source Han Sans SC"/>
                <a:cs typeface="Source Han Sans SC"/>
              </a:defRPr>
            </a:pPr>
            <a:r>
              <a:rPr sz="1575" b="0">
                <a:solidFill>
                  <a:srgbClr val="AFC5B6"/>
                </a:solidFill>
                <a:latin typeface="Source Han Sans SC"/>
                <a:ea typeface="Source Han Sans SC"/>
                <a:cs typeface="Source Han Sans SC"/>
              </a:rPr>
              <a:t>Reinforce</a:t>
            </a:r>
          </a:p>
        </p:txBody>
      </p:sp>
      <p:cxnSp>
        <p:nvCxnSpPr>
          <p:cNvPr id="52" name="step3:arrow-215">
            <a:extLst xmlns:a="http://schemas.openxmlformats.org/drawingml/2006/main">
              <a:ext uri="{FF2B5EF4-FFF2-40B4-BE49-F238E27FC236}">
                <a16:creationId xmlns:a16="http://schemas.microsoft.com/office/drawing/2014/main" id="{FC0B14BD-8269-4BA9-A7E0-B4A055F490B0}"/>
              </a:ext>
            </a:extLst>
          </p:cNvPr>
          <p:cNvCxnSpPr/>
          <p:nvPr/>
        </p:nvCxnSpPr>
        <p:spPr>
          <a:xfrm xmlns:a="http://schemas.openxmlformats.org/drawingml/2006/main">
            <a:off x="5953125" y="5248275"/>
            <a:ext cx="3324225" cy="0"/>
          </a:xfrm>
          <a:prstGeom xmlns:a="http://schemas.openxmlformats.org/drawingml/2006/main" prst="straightConnector1">
            <a:avLst/>
          </a:prstGeom>
          <a:ln xmlns:a="http://schemas.openxmlformats.org/drawingml/2006/main" w="23813">
            <a:solidFill>
              <a:srgbClr val="A6B8F5"/>
            </a:solidFill>
            <a:headEnd type="triangle" w="med" len="med"/>
          </a:ln>
        </p:spPr>
      </p:cxnSp>
      <p:sp>
        <p:nvSpPr>
          <p:cNvPr id="53" name="step3:text-216">
            <a:extLst xmlns:a="http://schemas.openxmlformats.org/drawingml/2006/main">
              <a:ext uri="{FF2B5EF4-FFF2-40B4-BE49-F238E27FC236}">
                <a16:creationId xmlns:a16="http://schemas.microsoft.com/office/drawing/2014/main" id="{9A8063FB-F909-4ED1-B0D3-A251A71B5577}"/>
              </a:ext>
            </a:extLst>
          </p:cNvPr>
          <p:cNvSpPr>
            <a:spLocks xmlns:a="http://schemas.openxmlformats.org/drawingml/2006/main" noGrp="1"/>
          </p:cNvSpPr>
          <p:nvPr/>
        </p:nvSpPr>
        <p:spPr>
          <a:xfrm xmlns:a="http://schemas.openxmlformats.org/drawingml/2006/main">
            <a:off x="5715000" y="5457825"/>
            <a:ext cx="3810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A6B8F5"/>
                </a:solidFill>
                <a:latin typeface="Source Han Sans SC"/>
                <a:ea typeface="Source Han Sans SC"/>
                <a:cs typeface="Source Han Sans SC"/>
              </a:defRPr>
            </a:defPPr>
          </a:lstStyle>
          <a:p xmlns:a="http://schemas.openxmlformats.org/drawingml/2006/main">
            <a:pPr algn="ctr">
              <a:buNone/>
              <a:defRPr sz="1725" b="0">
                <a:solidFill>
                  <a:srgbClr val="A6B8F5"/>
                </a:solidFill>
                <a:latin typeface="Source Han Sans SC"/>
                <a:ea typeface="Source Han Sans SC"/>
                <a:cs typeface="Source Han Sans SC"/>
              </a:defRPr>
            </a:pPr>
            <a:r>
              <a:rPr sz="1725" b="0">
                <a:solidFill>
                  <a:srgbClr val="A6B8F5"/>
                </a:solidFill>
                <a:latin typeface="Source Han Sans SC"/>
                <a:ea typeface="Source Han Sans SC"/>
                <a:cs typeface="Source Han Sans SC"/>
              </a:rPr>
              <a:t>Resources support growth</a:t>
            </a:r>
          </a:p>
        </p:txBody>
      </p:sp>
      <p:sp>
        <p:nvSpPr>
          <p:cNvPr id="54" name="step4:text-217">
            <a:extLst xmlns:a="http://schemas.openxmlformats.org/drawingml/2006/main">
              <a:ext uri="{FF2B5EF4-FFF2-40B4-BE49-F238E27FC236}">
                <a16:creationId xmlns:a16="http://schemas.microsoft.com/office/drawing/2014/main" id="{19C60C1A-FD86-4573-8AE0-C0C47E7C261F}"/>
              </a:ext>
            </a:extLst>
          </p:cNvPr>
          <p:cNvSpPr>
            <a:spLocks xmlns:a="http://schemas.openxmlformats.org/drawingml/2006/main" noGrp="1"/>
          </p:cNvSpPr>
          <p:nvPr/>
        </p:nvSpPr>
        <p:spPr>
          <a:xfrm xmlns:a="http://schemas.openxmlformats.org/drawingml/2006/main">
            <a:off x="1590675" y="679132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AFC5B6"/>
                </a:solidFill>
                <a:latin typeface="Source Han Sans SC"/>
                <a:ea typeface="Source Han Sans SC"/>
                <a:cs typeface="Source Han Sans SC"/>
              </a:defRPr>
            </a:defPPr>
          </a:lstStyle>
          <a:p xmlns:a="http://schemas.openxmlformats.org/drawingml/2006/main">
            <a:pPr algn="ctr">
              <a:buNone/>
              <a:defRPr sz="1575" b="0">
                <a:solidFill>
                  <a:srgbClr val="AFC5B6"/>
                </a:solidFill>
                <a:latin typeface="Source Han Sans SC"/>
                <a:ea typeface="Source Han Sans SC"/>
                <a:cs typeface="Source Han Sans SC"/>
              </a:defRPr>
            </a:pPr>
            <a:r>
              <a:rPr sz="1575" b="0">
                <a:solidFill>
                  <a:srgbClr val="AFC5B6"/>
                </a:solidFill>
                <a:latin typeface="Source Han Sans SC"/>
                <a:ea typeface="Source Han Sans SC"/>
                <a:cs typeface="Source Han Sans SC"/>
              </a:rPr>
              <a:t>Evidence ↓    ↑ Evaluation</a:t>
            </a:r>
          </a:p>
        </p:txBody>
      </p:sp>
      <p:sp>
        <p:nvSpPr>
          <p:cNvPr id="55" name="step4:text-218">
            <a:extLst xmlns:a="http://schemas.openxmlformats.org/drawingml/2006/main">
              <a:ext uri="{FF2B5EF4-FFF2-40B4-BE49-F238E27FC236}">
                <a16:creationId xmlns:a16="http://schemas.microsoft.com/office/drawing/2014/main" id="{80BFC349-4DDD-4231-BFB3-481DA29952BD}"/>
              </a:ext>
            </a:extLst>
          </p:cNvPr>
          <p:cNvSpPr>
            <a:spLocks xmlns:a="http://schemas.openxmlformats.org/drawingml/2006/main" noGrp="1"/>
          </p:cNvSpPr>
          <p:nvPr/>
        </p:nvSpPr>
        <p:spPr>
          <a:xfrm xmlns:a="http://schemas.openxmlformats.org/drawingml/2006/main">
            <a:off x="10106025" y="679132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AFC5B6"/>
                </a:solidFill>
                <a:latin typeface="Source Han Sans SC"/>
                <a:ea typeface="Source Han Sans SC"/>
                <a:cs typeface="Source Han Sans SC"/>
              </a:defRPr>
            </a:defPPr>
          </a:lstStyle>
          <a:p xmlns:a="http://schemas.openxmlformats.org/drawingml/2006/main">
            <a:pPr algn="ctr">
              <a:buNone/>
              <a:defRPr sz="1575" b="0">
                <a:solidFill>
                  <a:srgbClr val="AFC5B6"/>
                </a:solidFill>
                <a:latin typeface="Source Han Sans SC"/>
                <a:ea typeface="Source Han Sans SC"/>
                <a:cs typeface="Source Han Sans SC"/>
              </a:defRPr>
            </a:pPr>
            <a:r>
              <a:rPr sz="1575" b="0">
                <a:solidFill>
                  <a:srgbClr val="AFC5B6"/>
                </a:solidFill>
                <a:latin typeface="Source Han Sans SC"/>
                <a:ea typeface="Source Han Sans SC"/>
                <a:cs typeface="Source Han Sans SC"/>
              </a:rPr>
              <a:t>Evidence ↓    ↑ Evaluation</a:t>
            </a:r>
          </a:p>
        </p:txBody>
      </p:sp>
      <p:sp>
        <p:nvSpPr>
          <p:cNvPr id="56" name="step4:panel-219">
            <a:extLst xmlns:a="http://schemas.openxmlformats.org/drawingml/2006/main">
              <a:ext uri="{FF2B5EF4-FFF2-40B4-BE49-F238E27FC236}">
                <a16:creationId xmlns:a16="http://schemas.microsoft.com/office/drawing/2014/main" id="{DC04FEE6-02F0-4367-8EC5-3DAE838A84B6}"/>
              </a:ext>
            </a:extLst>
          </p:cNvPr>
          <p:cNvSpPr>
            <a:spLocks xmlns:a="http://schemas.openxmlformats.org/drawingml/2006/main" noGrp="1"/>
          </p:cNvSpPr>
          <p:nvPr/>
        </p:nvSpPr>
        <p:spPr>
          <a:xfrm xmlns:a="http://schemas.openxmlformats.org/drawingml/2006/main">
            <a:off x="685800" y="7172325"/>
            <a:ext cx="13868400" cy="723900"/>
          </a:xfrm>
          <a:prstGeom xmlns:a="http://schemas.openxmlformats.org/drawingml/2006/main" prst="roundRect">
            <a:avLst>
              <a:gd name="adj" fmla="val 7895"/>
            </a:avLst>
          </a:prstGeom>
          <a:solidFill xmlns:a="http://schemas.openxmlformats.org/drawingml/2006/main">
            <a:srgbClr val="1C4034"/>
          </a:solidFill>
          <a:ln xmlns:a="http://schemas.openxmlformats.org/drawingml/2006/main" w="9525">
            <a:solidFill>
              <a:srgbClr val="53755B"/>
            </a:solidFill>
            <a:prstDash val="solid"/>
          </a:ln>
        </p:spPr>
      </p:sp>
      <p:sp>
        <p:nvSpPr>
          <p:cNvPr id="57" name="step4:text-220">
            <a:extLst xmlns:a="http://schemas.openxmlformats.org/drawingml/2006/main">
              <a:ext uri="{FF2B5EF4-FFF2-40B4-BE49-F238E27FC236}">
                <a16:creationId xmlns:a16="http://schemas.microsoft.com/office/drawing/2014/main" id="{6EA4E648-06A1-4431-8274-56D72570F2FD}"/>
              </a:ext>
            </a:extLst>
          </p:cNvPr>
          <p:cNvSpPr>
            <a:spLocks xmlns:a="http://schemas.openxmlformats.org/drawingml/2006/main" noGrp="1"/>
          </p:cNvSpPr>
          <p:nvPr/>
        </p:nvSpPr>
        <p:spPr>
          <a:xfrm xmlns:a="http://schemas.openxmlformats.org/drawingml/2006/main">
            <a:off x="962025" y="7277100"/>
            <a:ext cx="1981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0">
                <a:solidFill>
                  <a:srgbClr val="AFC5B6"/>
                </a:solidFill>
                <a:latin typeface="Source Han Sans SC"/>
                <a:ea typeface="Source Han Sans SC"/>
                <a:cs typeface="Source Han Sans SC"/>
              </a:defRPr>
            </a:defPPr>
          </a:lstStyle>
          <a:p xmlns:a="http://schemas.openxmlformats.org/drawingml/2006/main">
            <a:pPr algn="l">
              <a:buNone/>
              <a:defRPr sz="1650" b="0">
                <a:solidFill>
                  <a:srgbClr val="AFC5B6"/>
                </a:solidFill>
                <a:latin typeface="Source Han Sans SC"/>
                <a:ea typeface="Source Han Sans SC"/>
                <a:cs typeface="Source Han Sans SC"/>
              </a:defRPr>
            </a:pPr>
            <a:r>
              <a:rPr sz="1650" b="0">
                <a:solidFill>
                  <a:srgbClr val="AFC5B6"/>
                </a:solidFill>
                <a:latin typeface="Source Han Sans SC"/>
                <a:ea typeface="Source Han Sans SC"/>
                <a:cs typeface="Source Han Sans SC"/>
              </a:rPr>
              <a:t>SHARED CORE</a:t>
            </a:r>
          </a:p>
        </p:txBody>
      </p:sp>
      <p:sp>
        <p:nvSpPr>
          <p:cNvPr id="58" name="step4:text-221">
            <a:extLst xmlns:a="http://schemas.openxmlformats.org/drawingml/2006/main">
              <a:ext uri="{FF2B5EF4-FFF2-40B4-BE49-F238E27FC236}">
                <a16:creationId xmlns:a16="http://schemas.microsoft.com/office/drawing/2014/main" id="{761FCC41-BC2E-400B-A5A8-5444A5FAFA9E}"/>
              </a:ext>
            </a:extLst>
          </p:cNvPr>
          <p:cNvSpPr>
            <a:spLocks xmlns:a="http://schemas.openxmlformats.org/drawingml/2006/main" noGrp="1"/>
          </p:cNvSpPr>
          <p:nvPr/>
        </p:nvSpPr>
        <p:spPr>
          <a:xfrm xmlns:a="http://schemas.openxmlformats.org/drawingml/2006/main">
            <a:off x="2971800" y="7239000"/>
            <a:ext cx="4762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550" b="1">
                <a:solidFill>
                  <a:srgbClr val="C6EE85"/>
                </a:solidFill>
                <a:latin typeface="Source Han Sans SC"/>
                <a:ea typeface="Source Han Sans SC"/>
                <a:cs typeface="Source Han Sans SC"/>
              </a:defRPr>
            </a:defPPr>
          </a:lstStyle>
          <a:p xmlns:a="http://schemas.openxmlformats.org/drawingml/2006/main">
            <a:pPr algn="l">
              <a:buNone/>
              <a:defRPr sz="2550" b="1">
                <a:solidFill>
                  <a:srgbClr val="C6EE85"/>
                </a:solidFill>
                <a:latin typeface="Source Han Sans SC"/>
                <a:ea typeface="Source Han Sans SC"/>
                <a:cs typeface="Source Han Sans SC"/>
              </a:defRPr>
            </a:pPr>
            <a:r>
              <a:rPr sz="2550" b="1">
                <a:solidFill>
                  <a:srgbClr val="C6EE85"/>
                </a:solidFill>
                <a:latin typeface="Source Han Sans SC"/>
                <a:ea typeface="Source Han Sans SC"/>
                <a:cs typeface="Source Han Sans SC"/>
              </a:rPr>
              <a:t>Data and evaluation</a:t>
            </a:r>
          </a:p>
        </p:txBody>
      </p:sp>
      <p:sp>
        <p:nvSpPr>
          <p:cNvPr id="59" name="step4:text-222">
            <a:extLst xmlns:a="http://schemas.openxmlformats.org/drawingml/2006/main">
              <a:ext uri="{FF2B5EF4-FFF2-40B4-BE49-F238E27FC236}">
                <a16:creationId xmlns:a16="http://schemas.microsoft.com/office/drawing/2014/main" id="{8CDB88E2-8E78-4DF2-BC4A-4411468AA4D1}"/>
              </a:ext>
            </a:extLst>
          </p:cNvPr>
          <p:cNvSpPr>
            <a:spLocks xmlns:a="http://schemas.openxmlformats.org/drawingml/2006/main" noGrp="1"/>
          </p:cNvSpPr>
          <p:nvPr/>
        </p:nvSpPr>
        <p:spPr>
          <a:xfrm xmlns:a="http://schemas.openxmlformats.org/drawingml/2006/main">
            <a:off x="8534400" y="7277100"/>
            <a:ext cx="552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800" b="0">
                <a:solidFill>
                  <a:srgbClr val="AFC5B6"/>
                </a:solidFill>
                <a:latin typeface="Source Han Sans SC"/>
                <a:ea typeface="Source Han Sans SC"/>
                <a:cs typeface="Source Han Sans SC"/>
              </a:defRPr>
            </a:defPPr>
          </a:lstStyle>
          <a:p xmlns:a="http://schemas.openxmlformats.org/drawingml/2006/main">
            <a:pPr algn="r">
              <a:buNone/>
              <a:defRPr sz="1800" b="0">
                <a:solidFill>
                  <a:srgbClr val="AFC5B6"/>
                </a:solidFill>
                <a:latin typeface="Source Han Sans SC"/>
                <a:ea typeface="Source Han Sans SC"/>
                <a:cs typeface="Source Han Sans SC"/>
              </a:defRPr>
            </a:pPr>
            <a:r>
              <a:rPr sz="1800" b="0">
                <a:solidFill>
                  <a:srgbClr val="AFC5B6"/>
                </a:solidFill>
                <a:latin typeface="Source Han Sans SC"/>
                <a:ea typeface="Source Han Sans SC"/>
                <a:cs typeface="Source Han Sans SC"/>
              </a:rPr>
              <a:t>Recognize · Match · Verify</a:t>
            </a:r>
          </a:p>
        </p:txBody>
      </p:sp>
    </p:spTree>
    <p:extLst>
      <p:ext uri="{BB962C8B-B14F-4D97-AF65-F5344CB8AC3E}">
        <p14:creationId xmlns:p14="http://schemas.microsoft.com/office/powerpoint/2010/main" val="1560395530"/>
      </p:ext>
    </p:extLst>
  </p:cSld>
</p:sld>
</file>

<file path=ppt/slides/slide8.xml><?xml version="1.0" encoding="utf-8"?>
<p:sld xmlns:p="http://schemas.openxmlformats.org/presentationml/2006/main">
  <p:cSld>
    <p:bg>
      <p:bgPr>
        <a:solidFill xmlns:a="http://schemas.openxmlformats.org/drawingml/2006/main">
          <a:srgbClr val="F3F5EE"/>
        </a:solidFill>
      </p:bgPr>
    </p:bg>
    <p:spTree>
      <p:nvGrpSpPr>
        <p:cNvPr id="1" name=""/>
        <p:cNvGrpSpPr/>
        <p:nvPr/>
      </p:nvGrpSpPr>
      <p:grpSpPr>
        <a:xfrm xmlns:a="http://schemas.openxmlformats.org/drawingml/2006/main"/>
      </p:grpSpPr>
      <p:sp>
        <p:nvSpPr>
          <p:cNvPr id="38" name="panel-223">
            <a:extLst xmlns:a="http://schemas.openxmlformats.org/drawingml/2006/main">
              <a:ext uri="{FF2B5EF4-FFF2-40B4-BE49-F238E27FC236}">
                <a16:creationId xmlns:a16="http://schemas.microsoft.com/office/drawing/2014/main" id="{16D34A52-124F-471A-A777-7E5AD9BD13B0}"/>
              </a:ext>
            </a:extLst>
          </p:cNvPr>
          <p:cNvSpPr>
            <a:spLocks xmlns:a="http://schemas.openxmlformats.org/drawingml/2006/main" noGrp="1"/>
          </p:cNvSpPr>
          <p:nvPr/>
        </p:nvSpPr>
        <p:spPr>
          <a:xfrm xmlns:a="http://schemas.openxmlformats.org/drawingml/2006/main">
            <a:off x="0" y="0"/>
            <a:ext cx="15240000" cy="742950"/>
          </a:xfrm>
          <a:prstGeom xmlns:a="http://schemas.openxmlformats.org/drawingml/2006/main" prst="rect">
            <a:avLst/>
          </a:prstGeom>
          <a:solidFill xmlns:a="http://schemas.openxmlformats.org/drawingml/2006/main">
            <a:srgbClr val="102C25"/>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12871C47-6297-4031-9F77-A9AEBD76D9CF}"/>
              </a:ext>
            </a:extLst>
          </p:cNvPr>
          <p:cNvPicPr>
            <a:picLocks xmlns:a="http://schemas.openxmlformats.org/drawingml/2006/main" noChangeAspect="1"/>
          </p:cNvPicPr>
          <p:nvPr/>
        </p:nvPicPr>
        <p:blipFill>
          <a:blip xmlns:r="http://schemas.openxmlformats.org/officeDocument/2006/relationships" xmlns:a="http://schemas.openxmlformats.org/drawingml/2006/main" r:embed="R529706d2843f4002"/>
          <a:stretch xmlns:a="http://schemas.openxmlformats.org/drawingml/2006/main"/>
        </p:blipFill>
        <p:spPr>
          <a:xfrm xmlns:a="http://schemas.openxmlformats.org/drawingml/2006/main">
            <a:off x="966734" y="152400"/>
            <a:ext cx="1057383" cy="457200"/>
          </a:xfrm>
          <a:prstGeom xmlns:a="http://schemas.openxmlformats.org/drawingml/2006/main" prst="rect">
            <a:avLst/>
          </a:prstGeom>
        </p:spPr>
      </p:pic>
      <p:sp>
        <p:nvSpPr>
          <p:cNvPr id="3" name="text-224">
            <a:extLst xmlns:a="http://schemas.openxmlformats.org/drawingml/2006/main">
              <a:ext uri="{FF2B5EF4-FFF2-40B4-BE49-F238E27FC236}">
                <a16:creationId xmlns:a16="http://schemas.microsoft.com/office/drawing/2014/main" id="{266EDD43-5680-4528-858C-5515ABC8E934}"/>
              </a:ext>
            </a:extLst>
          </p:cNvPr>
          <p:cNvSpPr>
            <a:spLocks xmlns:a="http://schemas.openxmlformats.org/drawingml/2006/main" noGrp="1"/>
          </p:cNvSpPr>
          <p:nvPr/>
        </p:nvSpPr>
        <p:spPr>
          <a:xfrm xmlns:a="http://schemas.openxmlformats.org/drawingml/2006/main">
            <a:off x="2667000" y="2095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75" b="0">
                <a:solidFill>
                  <a:srgbClr val="AFC5B6"/>
                </a:solidFill>
                <a:latin typeface="Source Han Sans SC"/>
                <a:ea typeface="Source Han Sans SC"/>
                <a:cs typeface="Source Han Sans SC"/>
              </a:defRPr>
            </a:defPPr>
          </a:lstStyle>
          <a:p xmlns:a="http://schemas.openxmlformats.org/drawingml/2006/main">
            <a:pPr algn="l">
              <a:buNone/>
              <a:defRPr sz="1275" b="0">
                <a:solidFill>
                  <a:srgbClr val="AFC5B6"/>
                </a:solidFill>
                <a:latin typeface="Source Han Sans SC"/>
                <a:ea typeface="Source Han Sans SC"/>
                <a:cs typeface="Source Han Sans SC"/>
              </a:defRPr>
            </a:pPr>
            <a:r>
              <a:rPr sz="1275" b="0">
                <a:solidFill>
                  <a:srgbClr val="AFC5B6"/>
                </a:solidFill>
                <a:latin typeface="Source Han Sans SC"/>
                <a:ea typeface="Source Han Sans SC"/>
                <a:cs typeface="Source Han Sans SC"/>
              </a:rPr>
              <a:t>AI FOR ALL</a:t>
            </a:r>
          </a:p>
        </p:txBody>
      </p:sp>
      <p:sp>
        <p:nvSpPr>
          <p:cNvPr id="4" name="text-225">
            <a:extLst xmlns:a="http://schemas.openxmlformats.org/drawingml/2006/main">
              <a:ext uri="{FF2B5EF4-FFF2-40B4-BE49-F238E27FC236}">
                <a16:creationId xmlns:a16="http://schemas.microsoft.com/office/drawing/2014/main" id="{267DC14E-5CB0-4A2D-828A-A7F0839018D2}"/>
              </a:ext>
            </a:extLst>
          </p:cNvPr>
          <p:cNvSpPr>
            <a:spLocks xmlns:a="http://schemas.openxmlformats.org/drawingml/2006/main" noGrp="1"/>
          </p:cNvSpPr>
          <p:nvPr/>
        </p:nvSpPr>
        <p:spPr>
          <a:xfrm xmlns:a="http://schemas.openxmlformats.org/drawingml/2006/main">
            <a:off x="13239750" y="209550"/>
            <a:ext cx="1295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425" b="0">
                <a:solidFill>
                  <a:srgbClr val="AFC5B6"/>
                </a:solidFill>
                <a:latin typeface="Source Han Sans SC"/>
                <a:ea typeface="Source Han Sans SC"/>
                <a:cs typeface="Source Han Sans SC"/>
              </a:defRPr>
            </a:defPPr>
          </a:lstStyle>
          <a:p xmlns:a="http://schemas.openxmlformats.org/drawingml/2006/main">
            <a:pPr algn="r">
              <a:buNone/>
              <a:defRPr sz="1425" b="0">
                <a:solidFill>
                  <a:srgbClr val="AFC5B6"/>
                </a:solidFill>
                <a:latin typeface="Source Han Sans SC"/>
                <a:ea typeface="Source Han Sans SC"/>
                <a:cs typeface="Source Han Sans SC"/>
              </a:defRPr>
            </a:pPr>
            <a:r>
              <a:rPr sz="1425" b="0">
                <a:solidFill>
                  <a:srgbClr val="AFC5B6"/>
                </a:solidFill>
                <a:latin typeface="Source Han Sans SC"/>
                <a:ea typeface="Source Han Sans SC"/>
                <a:cs typeface="Source Han Sans SC"/>
              </a:rPr>
              <a:t>08 / 10</a:t>
            </a:r>
          </a:p>
        </p:txBody>
      </p:sp>
      <p:sp>
        <p:nvSpPr>
          <p:cNvPr id="5" name="text-226">
            <a:extLst xmlns:a="http://schemas.openxmlformats.org/drawingml/2006/main">
              <a:ext uri="{FF2B5EF4-FFF2-40B4-BE49-F238E27FC236}">
                <a16:creationId xmlns:a16="http://schemas.microsoft.com/office/drawing/2014/main" id="{C75866B8-B5FD-4CA7-B2E0-F04CFE00953D}"/>
              </a:ext>
            </a:extLst>
          </p:cNvPr>
          <p:cNvSpPr>
            <a:spLocks xmlns:a="http://schemas.openxmlformats.org/drawingml/2006/main" noGrp="1"/>
          </p:cNvSpPr>
          <p:nvPr/>
        </p:nvSpPr>
        <p:spPr>
          <a:xfrm xmlns:a="http://schemas.openxmlformats.org/drawingml/2006/main">
            <a:off x="704850" y="97155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668176"/>
                </a:solidFill>
                <a:latin typeface="Source Han Sans SC"/>
                <a:ea typeface="Source Han Sans SC"/>
                <a:cs typeface="Source Han Sans SC"/>
              </a:defRPr>
            </a:defPPr>
          </a:lstStyle>
          <a:p xmlns:a="http://schemas.openxmlformats.org/drawingml/2006/main">
            <a:pPr algn="l">
              <a:buNone/>
              <a:defRPr sz="1350" b="0">
                <a:solidFill>
                  <a:srgbClr val="668176"/>
                </a:solidFill>
                <a:latin typeface="Source Han Sans SC"/>
                <a:ea typeface="Source Han Sans SC"/>
                <a:cs typeface="Source Han Sans SC"/>
              </a:defRPr>
            </a:pPr>
            <a:r>
              <a:rPr sz="1350" b="0">
                <a:solidFill>
                  <a:srgbClr val="668176"/>
                </a:solidFill>
                <a:latin typeface="Source Han Sans SC"/>
                <a:ea typeface="Source Han Sans SC"/>
                <a:cs typeface="Source Han Sans SC"/>
              </a:rPr>
              <a:t>Foundations for action</a:t>
            </a:r>
          </a:p>
        </p:txBody>
      </p:sp>
      <p:sp>
        <p:nvSpPr>
          <p:cNvPr id="6" name="text-227">
            <a:extLst xmlns:a="http://schemas.openxmlformats.org/drawingml/2006/main">
              <a:ext uri="{FF2B5EF4-FFF2-40B4-BE49-F238E27FC236}">
                <a16:creationId xmlns:a16="http://schemas.microsoft.com/office/drawing/2014/main" id="{0EA5B3BE-05BC-4043-A55C-5EDDA6DB99DA}"/>
              </a:ext>
            </a:extLst>
          </p:cNvPr>
          <p:cNvSpPr>
            <a:spLocks xmlns:a="http://schemas.openxmlformats.org/drawingml/2006/main" noGrp="1"/>
          </p:cNvSpPr>
          <p:nvPr/>
        </p:nvSpPr>
        <p:spPr>
          <a:xfrm xmlns:a="http://schemas.openxmlformats.org/drawingml/2006/main">
            <a:off x="685800" y="1381125"/>
            <a:ext cx="13868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93E33"/>
                </a:solidFill>
                <a:latin typeface="Source Han Sans SC"/>
                <a:ea typeface="Source Han Sans SC"/>
                <a:cs typeface="Source Han Sans SC"/>
              </a:defRPr>
            </a:defPPr>
          </a:lstStyle>
          <a:p xmlns:a="http://schemas.openxmlformats.org/drawingml/2006/main">
            <a:pPr algn="l">
              <a:buNone/>
              <a:defRPr sz="3600" b="1">
                <a:solidFill>
                  <a:srgbClr val="193E33"/>
                </a:solidFill>
                <a:latin typeface="Source Han Sans SC"/>
                <a:ea typeface="Source Han Sans SC"/>
                <a:cs typeface="Source Han Sans SC"/>
              </a:defRPr>
            </a:pPr>
            <a:r>
              <a:rPr sz="3600" b="1">
                <a:solidFill>
                  <a:srgbClr val="193E33"/>
                </a:solidFill>
                <a:latin typeface="Source Han Sans SC"/>
                <a:ea typeface="Source Han Sans SC"/>
                <a:cs typeface="Source Han Sans SC"/>
              </a:rPr>
              <a:t>Practical foundations for a public commitment</a:t>
            </a:r>
          </a:p>
        </p:txBody>
      </p:sp>
      <p:sp>
        <p:nvSpPr>
          <p:cNvPr id="7" name="text-228">
            <a:extLst xmlns:a="http://schemas.openxmlformats.org/drawingml/2006/main">
              <a:ext uri="{FF2B5EF4-FFF2-40B4-BE49-F238E27FC236}">
                <a16:creationId xmlns:a16="http://schemas.microsoft.com/office/drawing/2014/main" id="{E6F1B9F7-2465-411A-8A32-70A7A87849CD}"/>
              </a:ext>
            </a:extLst>
          </p:cNvPr>
          <p:cNvSpPr>
            <a:spLocks xmlns:a="http://schemas.openxmlformats.org/drawingml/2006/main" noGrp="1"/>
          </p:cNvSpPr>
          <p:nvPr/>
        </p:nvSpPr>
        <p:spPr>
          <a:xfrm xmlns:a="http://schemas.openxmlformats.org/drawingml/2006/main">
            <a:off x="704850" y="2152650"/>
            <a:ext cx="1381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668176"/>
                </a:solidFill>
                <a:latin typeface="Source Han Sans SC"/>
                <a:ea typeface="Source Han Sans SC"/>
                <a:cs typeface="Source Han Sans SC"/>
              </a:defRPr>
            </a:defPPr>
          </a:lstStyle>
          <a:p xmlns:a="http://schemas.openxmlformats.org/drawingml/2006/main">
            <a:pPr algn="l">
              <a:buNone/>
              <a:defRPr sz="1800" b="0">
                <a:solidFill>
                  <a:srgbClr val="668176"/>
                </a:solidFill>
                <a:latin typeface="Source Han Sans SC"/>
                <a:ea typeface="Source Han Sans SC"/>
                <a:cs typeface="Source Han Sans SC"/>
              </a:defRPr>
            </a:pPr>
            <a:r>
              <a:rPr sz="1800" b="0">
                <a:solidFill>
                  <a:srgbClr val="668176"/>
                </a:solidFill>
                <a:latin typeface="Source Han Sans SC"/>
                <a:ea typeface="Source Han Sans SC"/>
                <a:cs typeface="Source Han Sans SC"/>
              </a:rPr>
              <a:t>Build on open data, methods and communities; report progress and limits.</a:t>
            </a:r>
          </a:p>
        </p:txBody>
      </p:sp>
      <p:sp>
        <p:nvSpPr>
          <p:cNvPr id="8" name="line-229">
            <a:extLst xmlns:a="http://schemas.openxmlformats.org/drawingml/2006/main">
              <a:ext uri="{FF2B5EF4-FFF2-40B4-BE49-F238E27FC236}">
                <a16:creationId xmlns:a16="http://schemas.microsoft.com/office/drawing/2014/main" id="{FEE6E54C-5108-4163-8751-B9A08DBA4CE0}"/>
              </a:ext>
            </a:extLst>
          </p:cNvPr>
          <p:cNvSpPr>
            <a:spLocks xmlns:a="http://schemas.openxmlformats.org/drawingml/2006/main" noGrp="1"/>
          </p:cNvSpPr>
          <p:nvPr/>
        </p:nvSpPr>
        <p:spPr>
          <a:xfrm xmlns:a="http://schemas.openxmlformats.org/drawingml/2006/main">
            <a:off x="685800" y="8058150"/>
            <a:ext cx="13868400" cy="0"/>
          </a:xfrm>
          <a:prstGeom xmlns:a="http://schemas.openxmlformats.org/drawingml/2006/main" prst="line">
            <a:avLst/>
          </a:prstGeom>
          <a:noFill xmlns:a="http://schemas.openxmlformats.org/drawingml/2006/main"/>
          <a:ln xmlns:a="http://schemas.openxmlformats.org/drawingml/2006/main" w="9525">
            <a:solidFill>
              <a:srgbClr val="D6DFD3"/>
            </a:solidFill>
            <a:prstDash val="solid"/>
          </a:ln>
        </p:spPr>
      </p:sp>
      <p:sp>
        <p:nvSpPr>
          <p:cNvPr id="9" name="text-230">
            <a:extLst xmlns:a="http://schemas.openxmlformats.org/drawingml/2006/main">
              <a:ext uri="{FF2B5EF4-FFF2-40B4-BE49-F238E27FC236}">
                <a16:creationId xmlns:a16="http://schemas.microsoft.com/office/drawing/2014/main" id="{8F9FF29B-9E40-4761-BDFA-F64C0562EB70}"/>
              </a:ext>
            </a:extLst>
          </p:cNvPr>
          <p:cNvSpPr>
            <a:spLocks xmlns:a="http://schemas.openxmlformats.org/drawingml/2006/main" noGrp="1"/>
          </p:cNvSpPr>
          <p:nvPr/>
        </p:nvSpPr>
        <p:spPr>
          <a:xfrm xmlns:a="http://schemas.openxmlformats.org/drawingml/2006/main">
            <a:off x="704850" y="81724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25" b="0">
                <a:solidFill>
                  <a:srgbClr val="668176"/>
                </a:solidFill>
                <a:latin typeface="Source Han Sans SC"/>
                <a:ea typeface="Source Han Sans SC"/>
                <a:cs typeface="Source Han Sans SC"/>
              </a:defRPr>
            </a:defPPr>
          </a:lstStyle>
          <a:p xmlns:a="http://schemas.openxmlformats.org/drawingml/2006/main">
            <a:pPr algn="l">
              <a:buNone/>
              <a:defRPr sz="1125" b="0">
                <a:solidFill>
                  <a:srgbClr val="668176"/>
                </a:solidFill>
                <a:latin typeface="Source Han Sans SC"/>
                <a:ea typeface="Source Han Sans SC"/>
                <a:cs typeface="Source Han Sans SC"/>
              </a:defRPr>
            </a:pPr>
            <a:r>
              <a:rPr sz="1125" b="0">
                <a:solidFill>
                  <a:srgbClr val="668176"/>
                </a:solidFill>
                <a:latin typeface="Source Han Sans SC"/>
                <a:ea typeface="Source Han Sans SC"/>
                <a:cs typeface="Source Han Sans SC"/>
              </a:rPr>
              <a:t>AI for All Manifesto</a:t>
            </a:r>
          </a:p>
        </p:txBody>
      </p:sp>
      <p:sp>
        <p:nvSpPr>
          <p:cNvPr id="10" name="text-231">
            <a:extLst xmlns:a="http://schemas.openxmlformats.org/drawingml/2006/main">
              <a:ext uri="{FF2B5EF4-FFF2-40B4-BE49-F238E27FC236}">
                <a16:creationId xmlns:a16="http://schemas.microsoft.com/office/drawing/2014/main" id="{36815927-DDF0-4F6C-A9FF-D3C02851B069}"/>
              </a:ext>
            </a:extLst>
          </p:cNvPr>
          <p:cNvSpPr>
            <a:spLocks xmlns:a="http://schemas.openxmlformats.org/drawingml/2006/main" noGrp="1"/>
          </p:cNvSpPr>
          <p:nvPr/>
        </p:nvSpPr>
        <p:spPr>
          <a:xfrm xmlns:a="http://schemas.openxmlformats.org/drawingml/2006/main">
            <a:off x="12192000" y="8172450"/>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125" b="0">
                <a:solidFill>
                  <a:srgbClr val="668176"/>
                </a:solidFill>
                <a:latin typeface="Source Han Sans SC"/>
                <a:ea typeface="Source Han Sans SC"/>
                <a:cs typeface="Source Han Sans SC"/>
              </a:defRPr>
            </a:defPPr>
          </a:lstStyle>
          <a:p xmlns:a="http://schemas.openxmlformats.org/drawingml/2006/main">
            <a:pPr algn="r">
              <a:buNone/>
              <a:defRPr sz="1125" b="0">
                <a:solidFill>
                  <a:srgbClr val="668176"/>
                </a:solidFill>
                <a:latin typeface="Source Han Sans SC"/>
                <a:ea typeface="Source Han Sans SC"/>
                <a:cs typeface="Source Han Sans SC"/>
              </a:defRPr>
            </a:pPr>
            <a:r>
              <a:rPr sz="1125" b="0">
                <a:solidFill>
                  <a:srgbClr val="668176"/>
                </a:solidFill>
                <a:latin typeface="Source Han Sans SC"/>
                <a:ea typeface="Source Han Sans SC"/>
                <a:cs typeface="Source Han Sans SC"/>
              </a:rPr>
              <a:t>X-lab AI</a:t>
            </a:r>
          </a:p>
        </p:txBody>
      </p:sp>
      <p:sp>
        <p:nvSpPr>
          <p:cNvPr id="11" name="step1:panel-232">
            <a:extLst xmlns:a="http://schemas.openxmlformats.org/drawingml/2006/main">
              <a:ext uri="{FF2B5EF4-FFF2-40B4-BE49-F238E27FC236}">
                <a16:creationId xmlns:a16="http://schemas.microsoft.com/office/drawing/2014/main" id="{97D98E40-15BF-47BA-9F1F-88734CFF4A23}"/>
              </a:ext>
            </a:extLst>
          </p:cNvPr>
          <p:cNvSpPr>
            <a:spLocks xmlns:a="http://schemas.openxmlformats.org/drawingml/2006/main" noGrp="1"/>
          </p:cNvSpPr>
          <p:nvPr/>
        </p:nvSpPr>
        <p:spPr>
          <a:xfrm xmlns:a="http://schemas.openxmlformats.org/drawingml/2006/main">
            <a:off x="685800" y="2981325"/>
            <a:ext cx="4419600" cy="3571875"/>
          </a:xfrm>
          <a:prstGeom xmlns:a="http://schemas.openxmlformats.org/drawingml/2006/main" prst="roundRect">
            <a:avLst>
              <a:gd name="adj" fmla="val 1600"/>
            </a:avLst>
          </a:prstGeom>
          <a:solidFill xmlns:a="http://schemas.openxmlformats.org/drawingml/2006/main">
            <a:srgbClr val="EAF0E5"/>
          </a:solidFill>
          <a:ln xmlns:a="http://schemas.openxmlformats.org/drawingml/2006/main" w="0">
            <a:noFill/>
            <a:prstDash val="solid"/>
          </a:ln>
        </p:spPr>
      </p:sp>
      <p:sp>
        <p:nvSpPr>
          <p:cNvPr id="12" name="step1:line-233">
            <a:extLst xmlns:a="http://schemas.openxmlformats.org/drawingml/2006/main">
              <a:ext uri="{FF2B5EF4-FFF2-40B4-BE49-F238E27FC236}">
                <a16:creationId xmlns:a16="http://schemas.microsoft.com/office/drawing/2014/main" id="{CB2C47CB-D08C-4D4A-9B17-1DDE3106FE6F}"/>
              </a:ext>
            </a:extLst>
          </p:cNvPr>
          <p:cNvSpPr>
            <a:spLocks xmlns:a="http://schemas.openxmlformats.org/drawingml/2006/main" noGrp="1"/>
          </p:cNvSpPr>
          <p:nvPr/>
        </p:nvSpPr>
        <p:spPr>
          <a:xfrm xmlns:a="http://schemas.openxmlformats.org/drawingml/2006/main">
            <a:off x="685800" y="2981325"/>
            <a:ext cx="4419600" cy="0"/>
          </a:xfrm>
          <a:prstGeom xmlns:a="http://schemas.openxmlformats.org/drawingml/2006/main" prst="line">
            <a:avLst/>
          </a:prstGeom>
          <a:noFill xmlns:a="http://schemas.openxmlformats.org/drawingml/2006/main"/>
          <a:ln xmlns:a="http://schemas.openxmlformats.org/drawingml/2006/main" w="19050">
            <a:solidFill>
              <a:srgbClr val="689578"/>
            </a:solidFill>
            <a:prstDash val="solid"/>
          </a:ln>
        </p:spPr>
      </p:sp>
      <p:pic>
        <p:nvPicPr>
          <p:cNvPr id="13" name="">
            <a:extLst xmlns:a="http://schemas.openxmlformats.org/drawingml/2006/main">
              <a:ext uri="{FF2B5EF4-FFF2-40B4-BE49-F238E27FC236}">
                <a16:creationId xmlns:a16="http://schemas.microsoft.com/office/drawing/2014/main" id="{1C61279E-36B5-47DC-816A-28842C92D8CE}"/>
              </a:ext>
            </a:extLst>
          </p:cNvPr>
          <p:cNvPicPr>
            <a:picLocks xmlns:a="http://schemas.openxmlformats.org/drawingml/2006/main" noChangeAspect="1"/>
          </p:cNvPicPr>
          <p:nvPr/>
        </p:nvPicPr>
        <p:blipFill>
          <a:blip xmlns:r="http://schemas.openxmlformats.org/officeDocument/2006/relationships" xmlns:a="http://schemas.openxmlformats.org/drawingml/2006/main" r:embed="R2caccaf286724d80"/>
          <a:stretch xmlns:a="http://schemas.openxmlformats.org/drawingml/2006/main"/>
        </p:blipFill>
        <p:spPr>
          <a:xfrm xmlns:a="http://schemas.openxmlformats.org/drawingml/2006/main">
            <a:off x="952500" y="3248025"/>
            <a:ext cx="504825" cy="504825"/>
          </a:xfrm>
          <a:prstGeom xmlns:a="http://schemas.openxmlformats.org/drawingml/2006/main" prst="rect">
            <a:avLst/>
          </a:prstGeom>
        </p:spPr>
      </p:pic>
      <p:sp>
        <p:nvSpPr>
          <p:cNvPr id="14" name="step1:text-234">
            <a:extLst xmlns:a="http://schemas.openxmlformats.org/drawingml/2006/main">
              <a:ext uri="{FF2B5EF4-FFF2-40B4-BE49-F238E27FC236}">
                <a16:creationId xmlns:a16="http://schemas.microsoft.com/office/drawing/2014/main" id="{787A0367-A380-4181-BB70-29DD32A111E1}"/>
              </a:ext>
            </a:extLst>
          </p:cNvPr>
          <p:cNvSpPr>
            <a:spLocks xmlns:a="http://schemas.openxmlformats.org/drawingml/2006/main" noGrp="1"/>
          </p:cNvSpPr>
          <p:nvPr/>
        </p:nvSpPr>
        <p:spPr>
          <a:xfrm xmlns:a="http://schemas.openxmlformats.org/drawingml/2006/main">
            <a:off x="952500" y="3933825"/>
            <a:ext cx="3924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668176"/>
                </a:solidFill>
                <a:latin typeface="Source Han Sans SC"/>
                <a:ea typeface="Source Han Sans SC"/>
                <a:cs typeface="Source Han Sans SC"/>
              </a:defRPr>
            </a:defPPr>
          </a:lstStyle>
          <a:p xmlns:a="http://schemas.openxmlformats.org/drawingml/2006/main">
            <a:pPr algn="l">
              <a:buNone/>
              <a:defRPr sz="1350" b="0">
                <a:solidFill>
                  <a:srgbClr val="668176"/>
                </a:solidFill>
                <a:latin typeface="Source Han Sans SC"/>
                <a:ea typeface="Source Han Sans SC"/>
                <a:cs typeface="Source Han Sans SC"/>
              </a:defRPr>
            </a:pPr>
            <a:r>
              <a:rPr sz="1350" b="0">
                <a:solidFill>
                  <a:srgbClr val="668176"/>
                </a:solidFill>
                <a:latin typeface="Source Han Sans SC"/>
                <a:ea typeface="Source Han Sans SC"/>
                <a:cs typeface="Source Han Sans SC"/>
              </a:rPr>
              <a:t>DATA</a:t>
            </a:r>
          </a:p>
        </p:txBody>
      </p:sp>
      <p:sp>
        <p:nvSpPr>
          <p:cNvPr id="15" name="step1:text-235">
            <a:extLst xmlns:a="http://schemas.openxmlformats.org/drawingml/2006/main">
              <a:ext uri="{FF2B5EF4-FFF2-40B4-BE49-F238E27FC236}">
                <a16:creationId xmlns:a16="http://schemas.microsoft.com/office/drawing/2014/main" id="{46644D8F-3985-4131-BE5C-2B72F7519B8C}"/>
              </a:ext>
            </a:extLst>
          </p:cNvPr>
          <p:cNvSpPr>
            <a:spLocks xmlns:a="http://schemas.openxmlformats.org/drawingml/2006/main" noGrp="1"/>
          </p:cNvSpPr>
          <p:nvPr/>
        </p:nvSpPr>
        <p:spPr>
          <a:xfrm xmlns:a="http://schemas.openxmlformats.org/drawingml/2006/main">
            <a:off x="952500" y="4324350"/>
            <a:ext cx="3924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150" b="0">
                <a:solidFill>
                  <a:srgbClr val="193E33"/>
                </a:solidFill>
                <a:latin typeface="Source Han Sans SC"/>
                <a:ea typeface="Source Han Sans SC"/>
                <a:cs typeface="Source Han Sans SC"/>
              </a:defRPr>
            </a:defPPr>
          </a:lstStyle>
          <a:p xmlns:a="http://schemas.openxmlformats.org/drawingml/2006/main">
            <a:pPr algn="l">
              <a:buNone/>
              <a:defRPr sz="3150" b="0">
                <a:solidFill>
                  <a:srgbClr val="193E33"/>
                </a:solidFill>
                <a:latin typeface="Source Han Sans SC"/>
                <a:ea typeface="Source Han Sans SC"/>
                <a:cs typeface="Source Han Sans SC"/>
              </a:defRPr>
            </a:pPr>
            <a:r>
              <a:rPr sz="3150" b="0">
                <a:solidFill>
                  <a:srgbClr val="193E33"/>
                </a:solidFill>
                <a:latin typeface="Source Han Sans SC"/>
                <a:ea typeface="Source Han Sans SC"/>
                <a:cs typeface="Source Han Sans SC"/>
              </a:rPr>
              <a:t>OpenDigger</a:t>
            </a:r>
          </a:p>
        </p:txBody>
      </p:sp>
      <p:sp>
        <p:nvSpPr>
          <p:cNvPr id="16" name="step1:text-236">
            <a:extLst xmlns:a="http://schemas.openxmlformats.org/drawingml/2006/main">
              <a:ext uri="{FF2B5EF4-FFF2-40B4-BE49-F238E27FC236}">
                <a16:creationId xmlns:a16="http://schemas.microsoft.com/office/drawing/2014/main" id="{ACC9B856-4354-4744-BC57-81173B6CEB1C}"/>
              </a:ext>
            </a:extLst>
          </p:cNvPr>
          <p:cNvSpPr>
            <a:spLocks xmlns:a="http://schemas.openxmlformats.org/drawingml/2006/main" noGrp="1"/>
          </p:cNvSpPr>
          <p:nvPr/>
        </p:nvSpPr>
        <p:spPr>
          <a:xfrm xmlns:a="http://schemas.openxmlformats.org/drawingml/2006/main">
            <a:off x="952500" y="5000625"/>
            <a:ext cx="3924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0">
                <a:solidFill>
                  <a:srgbClr val="193E33"/>
                </a:solidFill>
                <a:latin typeface="Source Han Sans SC"/>
                <a:ea typeface="Source Han Sans SC"/>
                <a:cs typeface="Source Han Sans SC"/>
              </a:defRPr>
            </a:defPPr>
          </a:lstStyle>
          <a:p xmlns:a="http://schemas.openxmlformats.org/drawingml/2006/main">
            <a:pPr algn="l">
              <a:buNone/>
              <a:defRPr sz="2100" b="0">
                <a:solidFill>
                  <a:srgbClr val="193E33"/>
                </a:solidFill>
                <a:latin typeface="Source Han Sans SC"/>
                <a:ea typeface="Source Han Sans SC"/>
                <a:cs typeface="Source Han Sans SC"/>
              </a:defRPr>
            </a:pPr>
            <a:r>
              <a:rPr sz="2100" b="0">
                <a:solidFill>
                  <a:srgbClr val="193E33"/>
                </a:solidFill>
                <a:latin typeface="Source Han Sans SC"/>
                <a:ea typeface="Source Han Sans SC"/>
                <a:cs typeface="Source Han Sans SC"/>
              </a:rPr>
              <a:t>Open-source data and metrics</a:t>
            </a:r>
          </a:p>
        </p:txBody>
      </p:sp>
      <p:sp>
        <p:nvSpPr>
          <p:cNvPr id="17" name="step1:text-237">
            <a:extLst xmlns:a="http://schemas.openxmlformats.org/drawingml/2006/main">
              <a:ext uri="{FF2B5EF4-FFF2-40B4-BE49-F238E27FC236}">
                <a16:creationId xmlns:a16="http://schemas.microsoft.com/office/drawing/2014/main" id="{707E12DD-FBBF-48DE-93F2-A8D696F4BB17}"/>
              </a:ext>
            </a:extLst>
          </p:cNvPr>
          <p:cNvSpPr>
            <a:spLocks xmlns:a="http://schemas.openxmlformats.org/drawingml/2006/main" noGrp="1"/>
          </p:cNvSpPr>
          <p:nvPr/>
        </p:nvSpPr>
        <p:spPr>
          <a:xfrm xmlns:a="http://schemas.openxmlformats.org/drawingml/2006/main">
            <a:off x="952500" y="5524500"/>
            <a:ext cx="39814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0">
                <a:solidFill>
                  <a:srgbClr val="668176"/>
                </a:solidFill>
                <a:latin typeface="Source Han Sans SC"/>
                <a:ea typeface="Source Han Sans SC"/>
                <a:cs typeface="Source Han Sans SC"/>
              </a:defRPr>
            </a:defPPr>
          </a:lstStyle>
          <a:p xmlns:a="http://schemas.openxmlformats.org/drawingml/2006/main">
            <a:pPr algn="l">
              <a:buNone/>
              <a:defRPr sz="1575" b="0">
                <a:solidFill>
                  <a:srgbClr val="668176"/>
                </a:solidFill>
                <a:latin typeface="Source Han Sans SC"/>
                <a:ea typeface="Source Han Sans SC"/>
                <a:cs typeface="Source Han Sans SC"/>
              </a:defRPr>
            </a:pPr>
            <a:r>
              <a:rPr sz="1575" b="0">
                <a:solidFill>
                  <a:srgbClr val="668176"/>
                </a:solidFill>
                <a:latin typeface="Source Han Sans SC"/>
                <a:ea typeface="Source Han Sans SC"/>
                <a:cs typeface="Source Han Sans SC"/>
              </a:rPr>
              <a:t>Data for understanding developer</a:t>
            </a:r>
          </a:p>
          <a:p xmlns:a="http://schemas.openxmlformats.org/drawingml/2006/main">
            <a:pPr algn="l">
              <a:buNone/>
              <a:defRPr sz="1575" b="0">
                <a:solidFill>
                  <a:srgbClr val="668176"/>
                </a:solidFill>
                <a:latin typeface="Source Han Sans SC"/>
                <a:ea typeface="Source Han Sans SC"/>
                <a:cs typeface="Source Han Sans SC"/>
              </a:defRPr>
            </a:pPr>
            <a:r>
              <a:rPr sz="1575" b="0">
                <a:solidFill>
                  <a:srgbClr val="668176"/>
                </a:solidFill>
                <a:latin typeface="Source Han Sans SC"/>
                <a:ea typeface="Source Han Sans SC"/>
                <a:cs typeface="Source Han Sans SC"/>
              </a:rPr>
              <a:t>collaboration, projects and communities.</a:t>
            </a:r>
          </a:p>
        </p:txBody>
      </p:sp>
      <p:sp>
        <p:nvSpPr>
          <p:cNvPr id="18" name="step1:text-238">
            <a:extLst xmlns:a="http://schemas.openxmlformats.org/drawingml/2006/main">
              <a:ext uri="{FF2B5EF4-FFF2-40B4-BE49-F238E27FC236}">
                <a16:creationId xmlns:a16="http://schemas.microsoft.com/office/drawing/2014/main" id="{7672C38C-88A1-4551-88B6-43922218D9DB}"/>
              </a:ext>
            </a:extLst>
          </p:cNvPr>
          <p:cNvSpPr>
            <a:spLocks xmlns:a="http://schemas.openxmlformats.org/drawingml/2006/main" noGrp="1"/>
          </p:cNvSpPr>
          <p:nvPr/>
        </p:nvSpPr>
        <p:spPr>
          <a:xfrm xmlns:a="http://schemas.openxmlformats.org/drawingml/2006/main">
            <a:off x="952500" y="6172200"/>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277C65"/>
                </a:solidFill>
                <a:latin typeface="Source Han Sans SC"/>
                <a:ea typeface="Source Han Sans SC"/>
                <a:cs typeface="Source Han Sans SC"/>
              </a:defRPr>
            </a:defPPr>
          </a:lstStyle>
          <a:p xmlns:a="http://schemas.openxmlformats.org/drawingml/2006/main">
            <a:pPr algn="l">
              <a:buNone/>
              <a:defRPr sz="1425" b="0">
                <a:solidFill>
                  <a:srgbClr val="277C65"/>
                </a:solidFill>
                <a:latin typeface="Source Han Sans SC"/>
                <a:ea typeface="Source Han Sans SC"/>
                <a:cs typeface="Source Han Sans SC"/>
              </a:defRPr>
            </a:pPr>
            <a:r>
              <a:rPr sz="1425" b="0">
                <a:solidFill>
                  <a:srgbClr val="277C65"/>
                </a:solidFill>
                <a:latin typeface="Source Han Sans SC"/>
                <a:ea typeface="Source Han Sans SC"/>
                <a:cs typeface="Source Han Sans SC"/>
                <a:hlinkClick xmlns:r="http://schemas.openxmlformats.org/officeDocument/2006/relationships" r:id="R1bb3e46ae41f48b4"/>
              </a:rPr>
              <a:t>Explore the project ↗</a:t>
            </a:r>
          </a:p>
        </p:txBody>
      </p:sp>
      <p:sp>
        <p:nvSpPr>
          <p:cNvPr id="19" name="step2:panel-239">
            <a:extLst xmlns:a="http://schemas.openxmlformats.org/drawingml/2006/main">
              <a:ext uri="{FF2B5EF4-FFF2-40B4-BE49-F238E27FC236}">
                <a16:creationId xmlns:a16="http://schemas.microsoft.com/office/drawing/2014/main" id="{DB99BDB1-A8F0-4F46-9953-1AAB040DBEFD}"/>
              </a:ext>
            </a:extLst>
          </p:cNvPr>
          <p:cNvSpPr>
            <a:spLocks xmlns:a="http://schemas.openxmlformats.org/drawingml/2006/main" noGrp="1"/>
          </p:cNvSpPr>
          <p:nvPr/>
        </p:nvSpPr>
        <p:spPr>
          <a:xfrm xmlns:a="http://schemas.openxmlformats.org/drawingml/2006/main">
            <a:off x="5410200" y="2981325"/>
            <a:ext cx="4419600" cy="3571875"/>
          </a:xfrm>
          <a:prstGeom xmlns:a="http://schemas.openxmlformats.org/drawingml/2006/main" prst="roundRect">
            <a:avLst>
              <a:gd name="adj" fmla="val 1600"/>
            </a:avLst>
          </a:prstGeom>
          <a:solidFill xmlns:a="http://schemas.openxmlformats.org/drawingml/2006/main">
            <a:srgbClr val="EAF0E5"/>
          </a:solidFill>
          <a:ln xmlns:a="http://schemas.openxmlformats.org/drawingml/2006/main" w="0">
            <a:noFill/>
            <a:prstDash val="solid"/>
          </a:ln>
        </p:spPr>
      </p:sp>
      <p:sp>
        <p:nvSpPr>
          <p:cNvPr id="20" name="step2:line-240">
            <a:extLst xmlns:a="http://schemas.openxmlformats.org/drawingml/2006/main">
              <a:ext uri="{FF2B5EF4-FFF2-40B4-BE49-F238E27FC236}">
                <a16:creationId xmlns:a16="http://schemas.microsoft.com/office/drawing/2014/main" id="{C283EAA3-2621-433B-B867-24CE355859EC}"/>
              </a:ext>
            </a:extLst>
          </p:cNvPr>
          <p:cNvSpPr>
            <a:spLocks xmlns:a="http://schemas.openxmlformats.org/drawingml/2006/main" noGrp="1"/>
          </p:cNvSpPr>
          <p:nvPr/>
        </p:nvSpPr>
        <p:spPr>
          <a:xfrm xmlns:a="http://schemas.openxmlformats.org/drawingml/2006/main">
            <a:off x="5410200" y="2981325"/>
            <a:ext cx="4419600" cy="0"/>
          </a:xfrm>
          <a:prstGeom xmlns:a="http://schemas.openxmlformats.org/drawingml/2006/main" prst="line">
            <a:avLst/>
          </a:prstGeom>
          <a:noFill xmlns:a="http://schemas.openxmlformats.org/drawingml/2006/main"/>
          <a:ln xmlns:a="http://schemas.openxmlformats.org/drawingml/2006/main" w="19050">
            <a:solidFill>
              <a:srgbClr val="689578"/>
            </a:solidFill>
            <a:prstDash val="solid"/>
          </a:ln>
        </p:spPr>
      </p:sp>
      <p:pic>
        <p:nvPicPr>
          <p:cNvPr id="21" name="">
            <a:extLst xmlns:a="http://schemas.openxmlformats.org/drawingml/2006/main">
              <a:ext uri="{FF2B5EF4-FFF2-40B4-BE49-F238E27FC236}">
                <a16:creationId xmlns:a16="http://schemas.microsoft.com/office/drawing/2014/main" id="{34B74F1E-E3BB-4732-97AA-C51F9898386C}"/>
              </a:ext>
            </a:extLst>
          </p:cNvPr>
          <p:cNvPicPr>
            <a:picLocks xmlns:a="http://schemas.openxmlformats.org/drawingml/2006/main" noChangeAspect="1"/>
          </p:cNvPicPr>
          <p:nvPr/>
        </p:nvPicPr>
        <p:blipFill>
          <a:blip xmlns:r="http://schemas.openxmlformats.org/officeDocument/2006/relationships" xmlns:a="http://schemas.openxmlformats.org/drawingml/2006/main" r:embed="R3a74927e3408432b"/>
          <a:stretch xmlns:a="http://schemas.openxmlformats.org/drawingml/2006/main"/>
        </p:blipFill>
        <p:spPr>
          <a:xfrm xmlns:a="http://schemas.openxmlformats.org/drawingml/2006/main">
            <a:off x="5676900" y="3248025"/>
            <a:ext cx="504825" cy="504825"/>
          </a:xfrm>
          <a:prstGeom xmlns:a="http://schemas.openxmlformats.org/drawingml/2006/main" prst="rect">
            <a:avLst/>
          </a:prstGeom>
        </p:spPr>
      </p:pic>
      <p:sp>
        <p:nvSpPr>
          <p:cNvPr id="22" name="step2:text-241">
            <a:extLst xmlns:a="http://schemas.openxmlformats.org/drawingml/2006/main">
              <a:ext uri="{FF2B5EF4-FFF2-40B4-BE49-F238E27FC236}">
                <a16:creationId xmlns:a16="http://schemas.microsoft.com/office/drawing/2014/main" id="{7E782D8C-CDDD-4500-932C-075929FA3E85}"/>
              </a:ext>
            </a:extLst>
          </p:cNvPr>
          <p:cNvSpPr>
            <a:spLocks xmlns:a="http://schemas.openxmlformats.org/drawingml/2006/main" noGrp="1"/>
          </p:cNvSpPr>
          <p:nvPr/>
        </p:nvSpPr>
        <p:spPr>
          <a:xfrm xmlns:a="http://schemas.openxmlformats.org/drawingml/2006/main">
            <a:off x="5676900" y="3933825"/>
            <a:ext cx="3924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668176"/>
                </a:solidFill>
                <a:latin typeface="Source Han Sans SC"/>
                <a:ea typeface="Source Han Sans SC"/>
                <a:cs typeface="Source Han Sans SC"/>
              </a:defRPr>
            </a:defPPr>
          </a:lstStyle>
          <a:p xmlns:a="http://schemas.openxmlformats.org/drawingml/2006/main">
            <a:pPr algn="l">
              <a:buNone/>
              <a:defRPr sz="1350" b="0">
                <a:solidFill>
                  <a:srgbClr val="668176"/>
                </a:solidFill>
                <a:latin typeface="Source Han Sans SC"/>
                <a:ea typeface="Source Han Sans SC"/>
                <a:cs typeface="Source Han Sans SC"/>
              </a:defRPr>
            </a:pPr>
            <a:r>
              <a:rPr sz="1350" b="0">
                <a:solidFill>
                  <a:srgbClr val="668176"/>
                </a:solidFill>
                <a:latin typeface="Source Han Sans SC"/>
                <a:ea typeface="Source Han Sans SC"/>
                <a:cs typeface="Source Han Sans SC"/>
              </a:rPr>
              <a:t>METHODS</a:t>
            </a:r>
          </a:p>
        </p:txBody>
      </p:sp>
      <p:sp>
        <p:nvSpPr>
          <p:cNvPr id="23" name="step2:text-242">
            <a:extLst xmlns:a="http://schemas.openxmlformats.org/drawingml/2006/main">
              <a:ext uri="{FF2B5EF4-FFF2-40B4-BE49-F238E27FC236}">
                <a16:creationId xmlns:a16="http://schemas.microsoft.com/office/drawing/2014/main" id="{D68A213D-62B4-4940-A9B6-7B5114FC5C6C}"/>
              </a:ext>
            </a:extLst>
          </p:cNvPr>
          <p:cNvSpPr>
            <a:spLocks xmlns:a="http://schemas.openxmlformats.org/drawingml/2006/main" noGrp="1"/>
          </p:cNvSpPr>
          <p:nvPr/>
        </p:nvSpPr>
        <p:spPr>
          <a:xfrm xmlns:a="http://schemas.openxmlformats.org/drawingml/2006/main">
            <a:off x="5676900" y="4324350"/>
            <a:ext cx="3924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150" b="0">
                <a:solidFill>
                  <a:srgbClr val="193E33"/>
                </a:solidFill>
                <a:latin typeface="Source Han Sans SC"/>
                <a:ea typeface="Source Han Sans SC"/>
                <a:cs typeface="Source Han Sans SC"/>
              </a:defRPr>
            </a:defPPr>
          </a:lstStyle>
          <a:p xmlns:a="http://schemas.openxmlformats.org/drawingml/2006/main">
            <a:pPr algn="l">
              <a:buNone/>
              <a:defRPr sz="3150" b="0">
                <a:solidFill>
                  <a:srgbClr val="193E33"/>
                </a:solidFill>
                <a:latin typeface="Source Han Sans SC"/>
                <a:ea typeface="Source Han Sans SC"/>
                <a:cs typeface="Source Han Sans SC"/>
              </a:defRPr>
            </a:pPr>
            <a:r>
              <a:rPr sz="3150" b="0">
                <a:solidFill>
                  <a:srgbClr val="193E33"/>
                </a:solidFill>
                <a:latin typeface="Source Han Sans SC"/>
                <a:ea typeface="Source Han Sans SC"/>
                <a:cs typeface="Source Han Sans SC"/>
              </a:rPr>
              <a:t>OpenRank</a:t>
            </a:r>
          </a:p>
        </p:txBody>
      </p:sp>
      <p:sp>
        <p:nvSpPr>
          <p:cNvPr id="24" name="step2:text-243">
            <a:extLst xmlns:a="http://schemas.openxmlformats.org/drawingml/2006/main">
              <a:ext uri="{FF2B5EF4-FFF2-40B4-BE49-F238E27FC236}">
                <a16:creationId xmlns:a16="http://schemas.microsoft.com/office/drawing/2014/main" id="{E780511F-E22E-4BF1-83B0-DBEEE3A6B322}"/>
              </a:ext>
            </a:extLst>
          </p:cNvPr>
          <p:cNvSpPr>
            <a:spLocks xmlns:a="http://schemas.openxmlformats.org/drawingml/2006/main" noGrp="1"/>
          </p:cNvSpPr>
          <p:nvPr/>
        </p:nvSpPr>
        <p:spPr>
          <a:xfrm xmlns:a="http://schemas.openxmlformats.org/drawingml/2006/main">
            <a:off x="5676900" y="5000625"/>
            <a:ext cx="3924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13" b="0">
                <a:solidFill>
                  <a:srgbClr val="193E33"/>
                </a:solidFill>
                <a:latin typeface="Source Han Sans SC"/>
                <a:ea typeface="Source Han Sans SC"/>
                <a:cs typeface="Source Han Sans SC"/>
              </a:defRPr>
            </a:defPPr>
          </a:lstStyle>
          <a:p xmlns:a="http://schemas.openxmlformats.org/drawingml/2006/main">
            <a:pPr algn="l">
              <a:buNone/>
              <a:defRPr sz="1913" b="0">
                <a:solidFill>
                  <a:srgbClr val="193E33"/>
                </a:solidFill>
                <a:latin typeface="Source Han Sans SC"/>
                <a:ea typeface="Source Han Sans SC"/>
                <a:cs typeface="Source Han Sans SC"/>
              </a:defRPr>
            </a:pPr>
            <a:r>
              <a:rPr sz="1913" b="0">
                <a:solidFill>
                  <a:srgbClr val="193E33"/>
                </a:solidFill>
                <a:latin typeface="Source Han Sans SC"/>
                <a:ea typeface="Source Han Sans SC"/>
                <a:cs typeface="Source Han Sans SC"/>
              </a:rPr>
              <a:t>Collaboration-network evaluation</a:t>
            </a:r>
          </a:p>
        </p:txBody>
      </p:sp>
      <p:sp>
        <p:nvSpPr>
          <p:cNvPr id="25" name="step2:text-244">
            <a:extLst xmlns:a="http://schemas.openxmlformats.org/drawingml/2006/main">
              <a:ext uri="{FF2B5EF4-FFF2-40B4-BE49-F238E27FC236}">
                <a16:creationId xmlns:a16="http://schemas.microsoft.com/office/drawing/2014/main" id="{E7D98C88-A4D6-40A0-B8E5-A5B935720752}"/>
              </a:ext>
            </a:extLst>
          </p:cNvPr>
          <p:cNvSpPr>
            <a:spLocks xmlns:a="http://schemas.openxmlformats.org/drawingml/2006/main" noGrp="1"/>
          </p:cNvSpPr>
          <p:nvPr/>
        </p:nvSpPr>
        <p:spPr>
          <a:xfrm xmlns:a="http://schemas.openxmlformats.org/drawingml/2006/main">
            <a:off x="5676900" y="5524500"/>
            <a:ext cx="39814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63" b="0">
                <a:solidFill>
                  <a:srgbClr val="668176"/>
                </a:solidFill>
                <a:latin typeface="Source Han Sans SC"/>
                <a:ea typeface="Source Han Sans SC"/>
                <a:cs typeface="Source Han Sans SC"/>
              </a:defRPr>
            </a:defPPr>
          </a:lstStyle>
          <a:p xmlns:a="http://schemas.openxmlformats.org/drawingml/2006/main">
            <a:pPr algn="l">
              <a:buNone/>
              <a:defRPr sz="1463" b="0">
                <a:solidFill>
                  <a:srgbClr val="668176"/>
                </a:solidFill>
                <a:latin typeface="Source Han Sans SC"/>
                <a:ea typeface="Source Han Sans SC"/>
                <a:cs typeface="Source Han Sans SC"/>
              </a:defRPr>
            </a:pPr>
            <a:r>
              <a:rPr sz="1463" b="0">
                <a:solidFill>
                  <a:srgbClr val="668176"/>
                </a:solidFill>
                <a:latin typeface="Source Han Sans SC"/>
                <a:ea typeface="Source Han Sans SC"/>
                <a:cs typeface="Source Han Sans SC"/>
              </a:rPr>
              <a:t>Understand contributions through</a:t>
            </a:r>
          </a:p>
          <a:p xmlns:a="http://schemas.openxmlformats.org/drawingml/2006/main">
            <a:pPr algn="l">
              <a:buNone/>
              <a:defRPr sz="1463" b="0">
                <a:solidFill>
                  <a:srgbClr val="668176"/>
                </a:solidFill>
                <a:latin typeface="Source Han Sans SC"/>
                <a:ea typeface="Source Han Sans SC"/>
                <a:cs typeface="Source Han Sans SC"/>
              </a:defRPr>
            </a:pPr>
            <a:r>
              <a:rPr sz="1463" b="0">
                <a:solidFill>
                  <a:srgbClr val="668176"/>
                </a:solidFill>
                <a:latin typeface="Source Han Sans SC"/>
                <a:ea typeface="Source Han Sans SC"/>
                <a:cs typeface="Source Han Sans SC"/>
              </a:rPr>
              <a:t>collaboration networks and varied evidence.</a:t>
            </a:r>
          </a:p>
        </p:txBody>
      </p:sp>
      <p:sp>
        <p:nvSpPr>
          <p:cNvPr id="26" name="step2:text-245">
            <a:extLst xmlns:a="http://schemas.openxmlformats.org/drawingml/2006/main">
              <a:ext uri="{FF2B5EF4-FFF2-40B4-BE49-F238E27FC236}">
                <a16:creationId xmlns:a16="http://schemas.microsoft.com/office/drawing/2014/main" id="{FBD69BE3-6173-4C34-A952-24E67E1E51D8}"/>
              </a:ext>
            </a:extLst>
          </p:cNvPr>
          <p:cNvSpPr>
            <a:spLocks xmlns:a="http://schemas.openxmlformats.org/drawingml/2006/main" noGrp="1"/>
          </p:cNvSpPr>
          <p:nvPr/>
        </p:nvSpPr>
        <p:spPr>
          <a:xfrm xmlns:a="http://schemas.openxmlformats.org/drawingml/2006/main">
            <a:off x="5676900" y="6172200"/>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277C65"/>
                </a:solidFill>
                <a:latin typeface="Source Han Sans SC"/>
                <a:ea typeface="Source Han Sans SC"/>
                <a:cs typeface="Source Han Sans SC"/>
              </a:defRPr>
            </a:defPPr>
          </a:lstStyle>
          <a:p xmlns:a="http://schemas.openxmlformats.org/drawingml/2006/main">
            <a:pPr algn="l">
              <a:buNone/>
              <a:defRPr sz="1425" b="0">
                <a:solidFill>
                  <a:srgbClr val="277C65"/>
                </a:solidFill>
                <a:latin typeface="Source Han Sans SC"/>
                <a:ea typeface="Source Han Sans SC"/>
                <a:cs typeface="Source Han Sans SC"/>
              </a:defRPr>
            </a:pPr>
            <a:r>
              <a:rPr sz="1425" b="0">
                <a:solidFill>
                  <a:srgbClr val="277C65"/>
                </a:solidFill>
                <a:latin typeface="Source Han Sans SC"/>
                <a:ea typeface="Source Han Sans SC"/>
                <a:cs typeface="Source Han Sans SC"/>
                <a:hlinkClick xmlns:r="http://schemas.openxmlformats.org/officeDocument/2006/relationships" r:id="Rec5c5406b9d54fd5"/>
              </a:rPr>
              <a:t>Explore the method ↗</a:t>
            </a:r>
          </a:p>
        </p:txBody>
      </p:sp>
      <p:sp>
        <p:nvSpPr>
          <p:cNvPr id="27" name="step3:panel-246">
            <a:extLst xmlns:a="http://schemas.openxmlformats.org/drawingml/2006/main">
              <a:ext uri="{FF2B5EF4-FFF2-40B4-BE49-F238E27FC236}">
                <a16:creationId xmlns:a16="http://schemas.microsoft.com/office/drawing/2014/main" id="{30FFEA5B-4673-4730-8EE6-B28BF46B4AC8}"/>
              </a:ext>
            </a:extLst>
          </p:cNvPr>
          <p:cNvSpPr>
            <a:spLocks xmlns:a="http://schemas.openxmlformats.org/drawingml/2006/main" noGrp="1"/>
          </p:cNvSpPr>
          <p:nvPr/>
        </p:nvSpPr>
        <p:spPr>
          <a:xfrm xmlns:a="http://schemas.openxmlformats.org/drawingml/2006/main">
            <a:off x="10134600" y="2981325"/>
            <a:ext cx="4419600" cy="3571875"/>
          </a:xfrm>
          <a:prstGeom xmlns:a="http://schemas.openxmlformats.org/drawingml/2006/main" prst="roundRect">
            <a:avLst>
              <a:gd name="adj" fmla="val 1600"/>
            </a:avLst>
          </a:prstGeom>
          <a:solidFill xmlns:a="http://schemas.openxmlformats.org/drawingml/2006/main">
            <a:srgbClr val="EAF0E5"/>
          </a:solidFill>
          <a:ln xmlns:a="http://schemas.openxmlformats.org/drawingml/2006/main" w="0">
            <a:noFill/>
            <a:prstDash val="solid"/>
          </a:ln>
        </p:spPr>
      </p:sp>
      <p:sp>
        <p:nvSpPr>
          <p:cNvPr id="28" name="step3:line-247">
            <a:extLst xmlns:a="http://schemas.openxmlformats.org/drawingml/2006/main">
              <a:ext uri="{FF2B5EF4-FFF2-40B4-BE49-F238E27FC236}">
                <a16:creationId xmlns:a16="http://schemas.microsoft.com/office/drawing/2014/main" id="{16F25003-D2A5-4D40-AF89-1142880FD042}"/>
              </a:ext>
            </a:extLst>
          </p:cNvPr>
          <p:cNvSpPr>
            <a:spLocks xmlns:a="http://schemas.openxmlformats.org/drawingml/2006/main" noGrp="1"/>
          </p:cNvSpPr>
          <p:nvPr/>
        </p:nvSpPr>
        <p:spPr>
          <a:xfrm xmlns:a="http://schemas.openxmlformats.org/drawingml/2006/main">
            <a:off x="10134600" y="2981325"/>
            <a:ext cx="4419600" cy="0"/>
          </a:xfrm>
          <a:prstGeom xmlns:a="http://schemas.openxmlformats.org/drawingml/2006/main" prst="line">
            <a:avLst/>
          </a:prstGeom>
          <a:noFill xmlns:a="http://schemas.openxmlformats.org/drawingml/2006/main"/>
          <a:ln xmlns:a="http://schemas.openxmlformats.org/drawingml/2006/main" w="19050">
            <a:solidFill>
              <a:srgbClr val="689578"/>
            </a:solidFill>
            <a:prstDash val="solid"/>
          </a:ln>
        </p:spPr>
      </p:sp>
      <p:pic>
        <p:nvPicPr>
          <p:cNvPr id="29" name="">
            <a:extLst xmlns:a="http://schemas.openxmlformats.org/drawingml/2006/main">
              <a:ext uri="{FF2B5EF4-FFF2-40B4-BE49-F238E27FC236}">
                <a16:creationId xmlns:a16="http://schemas.microsoft.com/office/drawing/2014/main" id="{E41CF881-C165-4DC4-A376-BAD4387ECBFD}"/>
              </a:ext>
            </a:extLst>
          </p:cNvPr>
          <p:cNvPicPr>
            <a:picLocks xmlns:a="http://schemas.openxmlformats.org/drawingml/2006/main" noChangeAspect="1"/>
          </p:cNvPicPr>
          <p:nvPr/>
        </p:nvPicPr>
        <p:blipFill>
          <a:blip xmlns:r="http://schemas.openxmlformats.org/officeDocument/2006/relationships" xmlns:a="http://schemas.openxmlformats.org/drawingml/2006/main" r:embed="Ra9412d687f864af3"/>
          <a:stretch xmlns:a="http://schemas.openxmlformats.org/drawingml/2006/main"/>
        </p:blipFill>
        <p:spPr>
          <a:xfrm xmlns:a="http://schemas.openxmlformats.org/drawingml/2006/main">
            <a:off x="10401300" y="3248025"/>
            <a:ext cx="504825" cy="504825"/>
          </a:xfrm>
          <a:prstGeom xmlns:a="http://schemas.openxmlformats.org/drawingml/2006/main" prst="rect">
            <a:avLst/>
          </a:prstGeom>
        </p:spPr>
      </p:pic>
      <p:sp>
        <p:nvSpPr>
          <p:cNvPr id="30" name="step3:text-248">
            <a:extLst xmlns:a="http://schemas.openxmlformats.org/drawingml/2006/main">
              <a:ext uri="{FF2B5EF4-FFF2-40B4-BE49-F238E27FC236}">
                <a16:creationId xmlns:a16="http://schemas.microsoft.com/office/drawing/2014/main" id="{770EBF79-151C-40D4-BDD9-83E8511DBFF1}"/>
              </a:ext>
            </a:extLst>
          </p:cNvPr>
          <p:cNvSpPr>
            <a:spLocks xmlns:a="http://schemas.openxmlformats.org/drawingml/2006/main" noGrp="1"/>
          </p:cNvSpPr>
          <p:nvPr/>
        </p:nvSpPr>
        <p:spPr>
          <a:xfrm xmlns:a="http://schemas.openxmlformats.org/drawingml/2006/main">
            <a:off x="10401300" y="3933825"/>
            <a:ext cx="3924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668176"/>
                </a:solidFill>
                <a:latin typeface="Source Han Sans SC"/>
                <a:ea typeface="Source Han Sans SC"/>
                <a:cs typeface="Source Han Sans SC"/>
              </a:defRPr>
            </a:defPPr>
          </a:lstStyle>
          <a:p xmlns:a="http://schemas.openxmlformats.org/drawingml/2006/main">
            <a:pPr algn="l">
              <a:buNone/>
              <a:defRPr sz="1350" b="0">
                <a:solidFill>
                  <a:srgbClr val="668176"/>
                </a:solidFill>
                <a:latin typeface="Source Han Sans SC"/>
                <a:ea typeface="Source Han Sans SC"/>
                <a:cs typeface="Source Han Sans SC"/>
              </a:defRPr>
            </a:pPr>
            <a:r>
              <a:rPr sz="1350" b="0">
                <a:solidFill>
                  <a:srgbClr val="668176"/>
                </a:solidFill>
                <a:latin typeface="Source Han Sans SC"/>
                <a:ea typeface="Source Han Sans SC"/>
                <a:cs typeface="Source Han Sans SC"/>
              </a:rPr>
              <a:t>ECOSYSTEM</a:t>
            </a:r>
          </a:p>
        </p:txBody>
      </p:sp>
      <p:sp>
        <p:nvSpPr>
          <p:cNvPr id="31" name="step3:text-249">
            <a:extLst xmlns:a="http://schemas.openxmlformats.org/drawingml/2006/main">
              <a:ext uri="{FF2B5EF4-FFF2-40B4-BE49-F238E27FC236}">
                <a16:creationId xmlns:a16="http://schemas.microsoft.com/office/drawing/2014/main" id="{AE0E054E-B1D2-4A34-8738-6F8025075C72}"/>
              </a:ext>
            </a:extLst>
          </p:cNvPr>
          <p:cNvSpPr>
            <a:spLocks xmlns:a="http://schemas.openxmlformats.org/drawingml/2006/main" noGrp="1"/>
          </p:cNvSpPr>
          <p:nvPr/>
        </p:nvSpPr>
        <p:spPr>
          <a:xfrm xmlns:a="http://schemas.openxmlformats.org/drawingml/2006/main">
            <a:off x="10401300" y="4324350"/>
            <a:ext cx="3924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150" b="0">
                <a:solidFill>
                  <a:srgbClr val="193E33"/>
                </a:solidFill>
                <a:latin typeface="Source Han Sans SC"/>
                <a:ea typeface="Source Han Sans SC"/>
                <a:cs typeface="Source Han Sans SC"/>
              </a:defRPr>
            </a:defPPr>
          </a:lstStyle>
          <a:p xmlns:a="http://schemas.openxmlformats.org/drawingml/2006/main">
            <a:pPr algn="l">
              <a:buNone/>
              <a:defRPr sz="3150" b="0">
                <a:solidFill>
                  <a:srgbClr val="193E33"/>
                </a:solidFill>
                <a:latin typeface="Source Han Sans SC"/>
                <a:ea typeface="Source Han Sans SC"/>
                <a:cs typeface="Source Han Sans SC"/>
              </a:defRPr>
            </a:pPr>
            <a:r>
              <a:rPr sz="3150" b="0">
                <a:solidFill>
                  <a:srgbClr val="193E33"/>
                </a:solidFill>
                <a:latin typeface="Source Han Sans SC"/>
                <a:ea typeface="Source Han Sans SC"/>
                <a:cs typeface="Source Han Sans SC"/>
              </a:rPr>
              <a:t>OpenShare</a:t>
            </a:r>
          </a:p>
        </p:txBody>
      </p:sp>
      <p:sp>
        <p:nvSpPr>
          <p:cNvPr id="32" name="step3:text-250">
            <a:extLst xmlns:a="http://schemas.openxmlformats.org/drawingml/2006/main">
              <a:ext uri="{FF2B5EF4-FFF2-40B4-BE49-F238E27FC236}">
                <a16:creationId xmlns:a16="http://schemas.microsoft.com/office/drawing/2014/main" id="{88C8F1FA-A6AE-4A3E-994F-4B5BF9188732}"/>
              </a:ext>
            </a:extLst>
          </p:cNvPr>
          <p:cNvSpPr>
            <a:spLocks xmlns:a="http://schemas.openxmlformats.org/drawingml/2006/main" noGrp="1"/>
          </p:cNvSpPr>
          <p:nvPr/>
        </p:nvSpPr>
        <p:spPr>
          <a:xfrm xmlns:a="http://schemas.openxmlformats.org/drawingml/2006/main">
            <a:off x="10401300" y="5000625"/>
            <a:ext cx="3924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0">
                <a:solidFill>
                  <a:srgbClr val="193E33"/>
                </a:solidFill>
                <a:latin typeface="Source Han Sans SC"/>
                <a:ea typeface="Source Han Sans SC"/>
                <a:cs typeface="Source Han Sans SC"/>
              </a:defRPr>
            </a:defPPr>
          </a:lstStyle>
          <a:p xmlns:a="http://schemas.openxmlformats.org/drawingml/2006/main">
            <a:pPr algn="l">
              <a:buNone/>
              <a:defRPr sz="2100" b="0">
                <a:solidFill>
                  <a:srgbClr val="193E33"/>
                </a:solidFill>
                <a:latin typeface="Source Han Sans SC"/>
                <a:ea typeface="Source Han Sans SC"/>
                <a:cs typeface="Source Han Sans SC"/>
              </a:defRPr>
            </a:pPr>
            <a:r>
              <a:rPr sz="2100" b="0">
                <a:solidFill>
                  <a:srgbClr val="193E33"/>
                </a:solidFill>
                <a:latin typeface="Source Han Sans SC"/>
                <a:ea typeface="Source Han Sans SC"/>
                <a:cs typeface="Source Han Sans SC"/>
              </a:rPr>
              <a:t>Capabilities and resources</a:t>
            </a:r>
          </a:p>
        </p:txBody>
      </p:sp>
      <p:sp>
        <p:nvSpPr>
          <p:cNvPr id="33" name="step3:text-251">
            <a:extLst xmlns:a="http://schemas.openxmlformats.org/drawingml/2006/main">
              <a:ext uri="{FF2B5EF4-FFF2-40B4-BE49-F238E27FC236}">
                <a16:creationId xmlns:a16="http://schemas.microsoft.com/office/drawing/2014/main" id="{6CFECD84-86A4-4C5C-83D8-97837A9F8A86}"/>
              </a:ext>
            </a:extLst>
          </p:cNvPr>
          <p:cNvSpPr>
            <a:spLocks xmlns:a="http://schemas.openxmlformats.org/drawingml/2006/main" noGrp="1"/>
          </p:cNvSpPr>
          <p:nvPr/>
        </p:nvSpPr>
        <p:spPr>
          <a:xfrm xmlns:a="http://schemas.openxmlformats.org/drawingml/2006/main">
            <a:off x="10401300" y="5524500"/>
            <a:ext cx="39814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38" b="0">
                <a:solidFill>
                  <a:srgbClr val="668176"/>
                </a:solidFill>
                <a:latin typeface="Source Han Sans SC"/>
                <a:ea typeface="Source Han Sans SC"/>
                <a:cs typeface="Source Han Sans SC"/>
              </a:defRPr>
            </a:defPPr>
          </a:lstStyle>
          <a:p xmlns:a="http://schemas.openxmlformats.org/drawingml/2006/main">
            <a:pPr algn="l">
              <a:buNone/>
              <a:defRPr sz="1538" b="0">
                <a:solidFill>
                  <a:srgbClr val="668176"/>
                </a:solidFill>
                <a:latin typeface="Source Han Sans SC"/>
                <a:ea typeface="Source Han Sans SC"/>
                <a:cs typeface="Source Han Sans SC"/>
              </a:defRPr>
            </a:pPr>
            <a:r>
              <a:rPr sz="1538" b="0">
                <a:solidFill>
                  <a:srgbClr val="668176"/>
                </a:solidFill>
                <a:latin typeface="Source Han Sans SC"/>
                <a:ea typeface="Source Han Sans SC"/>
                <a:cs typeface="Source Han Sans SC"/>
              </a:rPr>
              <a:t>Explore connections among contributions,</a:t>
            </a:r>
          </a:p>
          <a:p xmlns:a="http://schemas.openxmlformats.org/drawingml/2006/main">
            <a:pPr algn="l">
              <a:buNone/>
              <a:defRPr sz="1538" b="0">
                <a:solidFill>
                  <a:srgbClr val="668176"/>
                </a:solidFill>
                <a:latin typeface="Source Han Sans SC"/>
                <a:ea typeface="Source Han Sans SC"/>
                <a:cs typeface="Source Han Sans SC"/>
              </a:defRPr>
            </a:pPr>
            <a:r>
              <a:rPr sz="1538" b="0">
                <a:solidFill>
                  <a:srgbClr val="668176"/>
                </a:solidFill>
                <a:latin typeface="Source Han Sans SC"/>
                <a:ea typeface="Source Han Sans SC"/>
                <a:cs typeface="Source Han Sans SC"/>
              </a:rPr>
              <a:t>capabilities, needs and resources.</a:t>
            </a:r>
          </a:p>
        </p:txBody>
      </p:sp>
      <p:sp>
        <p:nvSpPr>
          <p:cNvPr id="34" name="step3:text-252">
            <a:extLst xmlns:a="http://schemas.openxmlformats.org/drawingml/2006/main">
              <a:ext uri="{FF2B5EF4-FFF2-40B4-BE49-F238E27FC236}">
                <a16:creationId xmlns:a16="http://schemas.microsoft.com/office/drawing/2014/main" id="{DD047A9A-E2F9-4ABC-96E1-59D92191BFD4}"/>
              </a:ext>
            </a:extLst>
          </p:cNvPr>
          <p:cNvSpPr>
            <a:spLocks xmlns:a="http://schemas.openxmlformats.org/drawingml/2006/main" noGrp="1"/>
          </p:cNvSpPr>
          <p:nvPr/>
        </p:nvSpPr>
        <p:spPr>
          <a:xfrm xmlns:a="http://schemas.openxmlformats.org/drawingml/2006/main">
            <a:off x="10401300" y="6172200"/>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277C65"/>
                </a:solidFill>
                <a:latin typeface="Source Han Sans SC"/>
                <a:ea typeface="Source Han Sans SC"/>
                <a:cs typeface="Source Han Sans SC"/>
              </a:defRPr>
            </a:defPPr>
          </a:lstStyle>
          <a:p xmlns:a="http://schemas.openxmlformats.org/drawingml/2006/main">
            <a:pPr algn="l">
              <a:buNone/>
              <a:defRPr sz="1425" b="0">
                <a:solidFill>
                  <a:srgbClr val="277C65"/>
                </a:solidFill>
                <a:latin typeface="Source Han Sans SC"/>
                <a:ea typeface="Source Han Sans SC"/>
                <a:cs typeface="Source Han Sans SC"/>
              </a:defRPr>
            </a:pPr>
            <a:r>
              <a:rPr sz="1425" b="0">
                <a:solidFill>
                  <a:srgbClr val="277C65"/>
                </a:solidFill>
                <a:latin typeface="Source Han Sans SC"/>
                <a:ea typeface="Source Han Sans SC"/>
                <a:cs typeface="Source Han Sans SC"/>
                <a:hlinkClick xmlns:r="http://schemas.openxmlformats.org/officeDocument/2006/relationships" r:id="R295d8e18b2ee445b"/>
              </a:rPr>
              <a:t>Explore the platform ↗</a:t>
            </a:r>
          </a:p>
        </p:txBody>
      </p:sp>
      <p:sp>
        <p:nvSpPr>
          <p:cNvPr id="35" name="step4:text-253">
            <a:extLst xmlns:a="http://schemas.openxmlformats.org/drawingml/2006/main">
              <a:ext uri="{FF2B5EF4-FFF2-40B4-BE49-F238E27FC236}">
                <a16:creationId xmlns:a16="http://schemas.microsoft.com/office/drawing/2014/main" id="{2029AC17-E723-4E38-BC73-F66AA84C6BD6}"/>
              </a:ext>
            </a:extLst>
          </p:cNvPr>
          <p:cNvSpPr>
            <a:spLocks xmlns:a="http://schemas.openxmlformats.org/drawingml/2006/main" noGrp="1"/>
          </p:cNvSpPr>
          <p:nvPr/>
        </p:nvSpPr>
        <p:spPr>
          <a:xfrm xmlns:a="http://schemas.openxmlformats.org/drawingml/2006/main">
            <a:off x="714375" y="6791325"/>
            <a:ext cx="6334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38" b="1">
                <a:solidFill>
                  <a:srgbClr val="277C65"/>
                </a:solidFill>
                <a:latin typeface="Source Han Sans SC"/>
                <a:ea typeface="Source Han Sans SC"/>
                <a:cs typeface="Source Han Sans SC"/>
              </a:defRPr>
            </a:defPPr>
          </a:lstStyle>
          <a:p xmlns:a="http://schemas.openxmlformats.org/drawingml/2006/main">
            <a:pPr algn="l">
              <a:buNone/>
              <a:defRPr sz="2138" b="1">
                <a:solidFill>
                  <a:srgbClr val="277C65"/>
                </a:solidFill>
                <a:latin typeface="Source Han Sans SC"/>
                <a:ea typeface="Source Han Sans SC"/>
                <a:cs typeface="Source Han Sans SC"/>
              </a:defRPr>
            </a:pPr>
            <a:r>
              <a:rPr sz="2138" b="1">
                <a:solidFill>
                  <a:srgbClr val="277C65"/>
                </a:solidFill>
                <a:latin typeface="Source Han Sans SC"/>
                <a:ea typeface="Source Han Sans SC"/>
                <a:cs typeface="Source Han Sans SC"/>
              </a:rPr>
              <a:t>Current action: open co-creation of the manifesto</a:t>
            </a:r>
          </a:p>
        </p:txBody>
      </p:sp>
      <p:sp>
        <p:nvSpPr>
          <p:cNvPr id="36" name="step4:text-254">
            <a:extLst xmlns:a="http://schemas.openxmlformats.org/drawingml/2006/main">
              <a:ext uri="{FF2B5EF4-FFF2-40B4-BE49-F238E27FC236}">
                <a16:creationId xmlns:a16="http://schemas.microsoft.com/office/drawing/2014/main" id="{A430D131-7A82-4B25-B33E-8EBA28085181}"/>
              </a:ext>
            </a:extLst>
          </p:cNvPr>
          <p:cNvSpPr>
            <a:spLocks xmlns:a="http://schemas.openxmlformats.org/drawingml/2006/main" noGrp="1"/>
          </p:cNvSpPr>
          <p:nvPr/>
        </p:nvSpPr>
        <p:spPr>
          <a:xfrm xmlns:a="http://schemas.openxmlformats.org/drawingml/2006/main">
            <a:off x="714375" y="7286625"/>
            <a:ext cx="1381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668176"/>
                </a:solidFill>
                <a:latin typeface="Source Han Sans SC"/>
                <a:ea typeface="Source Han Sans SC"/>
                <a:cs typeface="Source Han Sans SC"/>
              </a:defRPr>
            </a:defPPr>
          </a:lstStyle>
          <a:p xmlns:a="http://schemas.openxmlformats.org/drawingml/2006/main">
            <a:pPr algn="l">
              <a:buNone/>
              <a:defRPr sz="1800" b="0">
                <a:solidFill>
                  <a:srgbClr val="668176"/>
                </a:solidFill>
                <a:latin typeface="Source Han Sans SC"/>
                <a:ea typeface="Source Han Sans SC"/>
                <a:cs typeface="Source Han Sans SC"/>
              </a:defRPr>
            </a:pPr>
            <a:r>
              <a:rPr sz="1800" b="0">
                <a:solidFill>
                  <a:srgbClr val="668176"/>
                </a:solidFill>
                <a:latin typeface="Source Han Sans SC"/>
                <a:ea typeface="Source Han Sans SC"/>
                <a:cs typeface="Source Han Sans SC"/>
              </a:rPr>
              <a:t>Publish the manifesto and materials; invite feedback and let practice test our commitments.</a:t>
            </a:r>
          </a:p>
        </p:txBody>
      </p:sp>
      <p:sp>
        <p:nvSpPr>
          <p:cNvPr id="37" name="text-255">
            <a:extLst xmlns:a="http://schemas.openxmlformats.org/drawingml/2006/main">
              <a:ext uri="{FF2B5EF4-FFF2-40B4-BE49-F238E27FC236}">
                <a16:creationId xmlns:a16="http://schemas.microsoft.com/office/drawing/2014/main" id="{7E67BFEB-1B3E-4D83-9506-869A54FEAAF6}"/>
              </a:ext>
            </a:extLst>
          </p:cNvPr>
          <p:cNvSpPr>
            <a:spLocks xmlns:a="http://schemas.openxmlformats.org/drawingml/2006/main" noGrp="1"/>
          </p:cNvSpPr>
          <p:nvPr/>
        </p:nvSpPr>
        <p:spPr>
          <a:xfrm xmlns:a="http://schemas.openxmlformats.org/drawingml/2006/main">
            <a:off x="714375" y="7734300"/>
            <a:ext cx="1381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75" b="0">
                <a:solidFill>
                  <a:srgbClr val="668176"/>
                </a:solidFill>
                <a:latin typeface="Source Han Sans SC"/>
                <a:ea typeface="Source Han Sans SC"/>
                <a:cs typeface="Source Han Sans SC"/>
              </a:defRPr>
            </a:defPPr>
          </a:lstStyle>
          <a:p xmlns:a="http://schemas.openxmlformats.org/drawingml/2006/main">
            <a:pPr algn="l">
              <a:buNone/>
              <a:defRPr sz="1275" b="0">
                <a:solidFill>
                  <a:srgbClr val="668176"/>
                </a:solidFill>
                <a:latin typeface="Source Han Sans SC"/>
                <a:ea typeface="Source Han Sans SC"/>
                <a:cs typeface="Source Han Sans SC"/>
              </a:defRPr>
            </a:pPr>
            <a:r>
              <a:rPr sz="1275" b="0">
                <a:solidFill>
                  <a:srgbClr val="668176"/>
                </a:solidFill>
                <a:latin typeface="Source Han Sans SC"/>
                <a:ea typeface="Source Han Sans SC"/>
                <a:cs typeface="Source Han Sans SC"/>
              </a:rPr>
              <a:t>These are practical foundations, not evidence of inclusion outcomes already achieved.</a:t>
            </a:r>
          </a:p>
        </p:txBody>
      </p:sp>
    </p:spTree>
    <p:extLst>
      <p:ext uri="{BB962C8B-B14F-4D97-AF65-F5344CB8AC3E}">
        <p14:creationId xmlns:p14="http://schemas.microsoft.com/office/powerpoint/2010/main" val="1253271911"/>
      </p:ext>
    </p:extLst>
  </p:cSld>
</p:sld>
</file>

<file path=ppt/slides/slide9.xml><?xml version="1.0" encoding="utf-8"?>
<p:sld xmlns:p="http://schemas.openxmlformats.org/presentationml/2006/main">
  <p:cSld>
    <p:bg>
      <p:bgPr>
        <a:solidFill xmlns:a="http://schemas.openxmlformats.org/drawingml/2006/main">
          <a:srgbClr val="102C25"/>
        </a:solidFill>
      </p:bgPr>
    </p:bg>
    <p:spTree>
      <p:nvGrpSpPr>
        <p:cNvPr id="1" name=""/>
        <p:cNvGrpSpPr/>
        <p:nvPr/>
      </p:nvGrpSpPr>
      <p:grpSpPr>
        <a:xfrm xmlns:a="http://schemas.openxmlformats.org/drawingml/2006/main"/>
      </p:grpSpPr>
      <p:sp>
        <p:nvSpPr>
          <p:cNvPr id="29" name="panel-256">
            <a:extLst xmlns:a="http://schemas.openxmlformats.org/drawingml/2006/main">
              <a:ext uri="{FF2B5EF4-FFF2-40B4-BE49-F238E27FC236}">
                <a16:creationId xmlns:a16="http://schemas.microsoft.com/office/drawing/2014/main" id="{9B29D8EF-7AC5-4CB0-810B-29A20EBB86E4}"/>
              </a:ext>
            </a:extLst>
          </p:cNvPr>
          <p:cNvSpPr>
            <a:spLocks xmlns:a="http://schemas.openxmlformats.org/drawingml/2006/main" noGrp="1"/>
          </p:cNvSpPr>
          <p:nvPr/>
        </p:nvSpPr>
        <p:spPr>
          <a:xfrm xmlns:a="http://schemas.openxmlformats.org/drawingml/2006/main">
            <a:off x="0" y="0"/>
            <a:ext cx="15240000" cy="742950"/>
          </a:xfrm>
          <a:prstGeom xmlns:a="http://schemas.openxmlformats.org/drawingml/2006/main" prst="rect">
            <a:avLst/>
          </a:prstGeom>
          <a:solidFill xmlns:a="http://schemas.openxmlformats.org/drawingml/2006/main">
            <a:srgbClr val="102C25"/>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45E55F1B-4423-4BA1-B64C-C3B87839C65E}"/>
              </a:ext>
            </a:extLst>
          </p:cNvPr>
          <p:cNvPicPr>
            <a:picLocks xmlns:a="http://schemas.openxmlformats.org/drawingml/2006/main" noChangeAspect="1"/>
          </p:cNvPicPr>
          <p:nvPr/>
        </p:nvPicPr>
        <p:blipFill>
          <a:blip xmlns:r="http://schemas.openxmlformats.org/officeDocument/2006/relationships" xmlns:a="http://schemas.openxmlformats.org/drawingml/2006/main" r:embed="Rc1bc664a19174e5f"/>
          <a:stretch xmlns:a="http://schemas.openxmlformats.org/drawingml/2006/main"/>
        </p:blipFill>
        <p:spPr>
          <a:xfrm xmlns:a="http://schemas.openxmlformats.org/drawingml/2006/main">
            <a:off x="966734" y="152400"/>
            <a:ext cx="1057383" cy="457200"/>
          </a:xfrm>
          <a:prstGeom xmlns:a="http://schemas.openxmlformats.org/drawingml/2006/main" prst="rect">
            <a:avLst/>
          </a:prstGeom>
        </p:spPr>
      </p:pic>
      <p:sp>
        <p:nvSpPr>
          <p:cNvPr id="3" name="text-257">
            <a:extLst xmlns:a="http://schemas.openxmlformats.org/drawingml/2006/main">
              <a:ext uri="{FF2B5EF4-FFF2-40B4-BE49-F238E27FC236}">
                <a16:creationId xmlns:a16="http://schemas.microsoft.com/office/drawing/2014/main" id="{5E476642-E094-4D22-A65E-44251D8A5E1F}"/>
              </a:ext>
            </a:extLst>
          </p:cNvPr>
          <p:cNvSpPr>
            <a:spLocks xmlns:a="http://schemas.openxmlformats.org/drawingml/2006/main" noGrp="1"/>
          </p:cNvSpPr>
          <p:nvPr/>
        </p:nvSpPr>
        <p:spPr>
          <a:xfrm xmlns:a="http://schemas.openxmlformats.org/drawingml/2006/main">
            <a:off x="2667000" y="2095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75" b="0">
                <a:solidFill>
                  <a:srgbClr val="AFC5B6"/>
                </a:solidFill>
                <a:latin typeface="Source Han Sans SC"/>
                <a:ea typeface="Source Han Sans SC"/>
                <a:cs typeface="Source Han Sans SC"/>
              </a:defRPr>
            </a:defPPr>
          </a:lstStyle>
          <a:p xmlns:a="http://schemas.openxmlformats.org/drawingml/2006/main">
            <a:pPr algn="l">
              <a:buNone/>
              <a:defRPr sz="1275" b="0">
                <a:solidFill>
                  <a:srgbClr val="AFC5B6"/>
                </a:solidFill>
                <a:latin typeface="Source Han Sans SC"/>
                <a:ea typeface="Source Han Sans SC"/>
                <a:cs typeface="Source Han Sans SC"/>
              </a:defRPr>
            </a:pPr>
            <a:r>
              <a:rPr sz="1275" b="0">
                <a:solidFill>
                  <a:srgbClr val="AFC5B6"/>
                </a:solidFill>
                <a:latin typeface="Source Han Sans SC"/>
                <a:ea typeface="Source Han Sans SC"/>
                <a:cs typeface="Source Han Sans SC"/>
              </a:rPr>
              <a:t>AI FOR ALL</a:t>
            </a:r>
          </a:p>
        </p:txBody>
      </p:sp>
      <p:sp>
        <p:nvSpPr>
          <p:cNvPr id="4" name="text-258">
            <a:extLst xmlns:a="http://schemas.openxmlformats.org/drawingml/2006/main">
              <a:ext uri="{FF2B5EF4-FFF2-40B4-BE49-F238E27FC236}">
                <a16:creationId xmlns:a16="http://schemas.microsoft.com/office/drawing/2014/main" id="{35E2B8E3-6837-456F-8B4A-EA732BEF8844}"/>
              </a:ext>
            </a:extLst>
          </p:cNvPr>
          <p:cNvSpPr>
            <a:spLocks xmlns:a="http://schemas.openxmlformats.org/drawingml/2006/main" noGrp="1"/>
          </p:cNvSpPr>
          <p:nvPr/>
        </p:nvSpPr>
        <p:spPr>
          <a:xfrm xmlns:a="http://schemas.openxmlformats.org/drawingml/2006/main">
            <a:off x="13239750" y="209550"/>
            <a:ext cx="1295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425" b="0">
                <a:solidFill>
                  <a:srgbClr val="AFC5B6"/>
                </a:solidFill>
                <a:latin typeface="Source Han Sans SC"/>
                <a:ea typeface="Source Han Sans SC"/>
                <a:cs typeface="Source Han Sans SC"/>
              </a:defRPr>
            </a:defPPr>
          </a:lstStyle>
          <a:p xmlns:a="http://schemas.openxmlformats.org/drawingml/2006/main">
            <a:pPr algn="r">
              <a:buNone/>
              <a:defRPr sz="1425" b="0">
                <a:solidFill>
                  <a:srgbClr val="AFC5B6"/>
                </a:solidFill>
                <a:latin typeface="Source Han Sans SC"/>
                <a:ea typeface="Source Han Sans SC"/>
                <a:cs typeface="Source Han Sans SC"/>
              </a:defRPr>
            </a:pPr>
            <a:r>
              <a:rPr sz="1425" b="0">
                <a:solidFill>
                  <a:srgbClr val="AFC5B6"/>
                </a:solidFill>
                <a:latin typeface="Source Han Sans SC"/>
                <a:ea typeface="Source Han Sans SC"/>
                <a:cs typeface="Source Han Sans SC"/>
              </a:rPr>
              <a:t>09 / 10</a:t>
            </a:r>
          </a:p>
        </p:txBody>
      </p:sp>
      <p:sp>
        <p:nvSpPr>
          <p:cNvPr id="5" name="text-259">
            <a:extLst xmlns:a="http://schemas.openxmlformats.org/drawingml/2006/main">
              <a:ext uri="{FF2B5EF4-FFF2-40B4-BE49-F238E27FC236}">
                <a16:creationId xmlns:a16="http://schemas.microsoft.com/office/drawing/2014/main" id="{91D7F095-3BEB-4649-AF48-F129A2E7CF00}"/>
              </a:ext>
            </a:extLst>
          </p:cNvPr>
          <p:cNvSpPr>
            <a:spLocks xmlns:a="http://schemas.openxmlformats.org/drawingml/2006/main" noGrp="1"/>
          </p:cNvSpPr>
          <p:nvPr/>
        </p:nvSpPr>
        <p:spPr>
          <a:xfrm xmlns:a="http://schemas.openxmlformats.org/drawingml/2006/main">
            <a:off x="704850" y="97155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AFC5B6"/>
                </a:solidFill>
                <a:latin typeface="Source Han Sans SC"/>
                <a:ea typeface="Source Han Sans SC"/>
                <a:cs typeface="Source Han Sans SC"/>
              </a:defRPr>
            </a:defPPr>
          </a:lstStyle>
          <a:p xmlns:a="http://schemas.openxmlformats.org/drawingml/2006/main">
            <a:pPr algn="l">
              <a:buNone/>
              <a:defRPr sz="1350" b="0">
                <a:solidFill>
                  <a:srgbClr val="AFC5B6"/>
                </a:solidFill>
                <a:latin typeface="Source Han Sans SC"/>
                <a:ea typeface="Source Han Sans SC"/>
                <a:cs typeface="Source Han Sans SC"/>
              </a:defRPr>
            </a:pPr>
            <a:r>
              <a:rPr sz="1350" b="0">
                <a:solidFill>
                  <a:srgbClr val="AFC5B6"/>
                </a:solidFill>
                <a:latin typeface="Source Han Sans SC"/>
                <a:ea typeface="Source Han Sans SC"/>
                <a:cs typeface="Source Han Sans SC"/>
              </a:rPr>
              <a:t>Build together</a:t>
            </a:r>
          </a:p>
        </p:txBody>
      </p:sp>
      <p:sp>
        <p:nvSpPr>
          <p:cNvPr id="6" name="text-260">
            <a:extLst xmlns:a="http://schemas.openxmlformats.org/drawingml/2006/main">
              <a:ext uri="{FF2B5EF4-FFF2-40B4-BE49-F238E27FC236}">
                <a16:creationId xmlns:a16="http://schemas.microsoft.com/office/drawing/2014/main" id="{F8458764-A67F-4FD0-A8CF-40744AD219AC}"/>
              </a:ext>
            </a:extLst>
          </p:cNvPr>
          <p:cNvSpPr>
            <a:spLocks xmlns:a="http://schemas.openxmlformats.org/drawingml/2006/main" noGrp="1"/>
          </p:cNvSpPr>
          <p:nvPr/>
        </p:nvSpPr>
        <p:spPr>
          <a:xfrm xmlns:a="http://schemas.openxmlformats.org/drawingml/2006/main">
            <a:off x="685800" y="1381125"/>
            <a:ext cx="13868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EFF5EE"/>
                </a:solidFill>
                <a:latin typeface="Source Han Sans SC"/>
                <a:ea typeface="Source Han Sans SC"/>
                <a:cs typeface="Source Han Sans SC"/>
              </a:defRPr>
            </a:defPPr>
          </a:lstStyle>
          <a:p xmlns:a="http://schemas.openxmlformats.org/drawingml/2006/main">
            <a:pPr algn="l">
              <a:buNone/>
              <a:defRPr sz="3600" b="1">
                <a:solidFill>
                  <a:srgbClr val="EFF5EE"/>
                </a:solidFill>
                <a:latin typeface="Source Han Sans SC"/>
                <a:ea typeface="Source Han Sans SC"/>
                <a:cs typeface="Source Han Sans SC"/>
              </a:defRPr>
            </a:pPr>
            <a:r>
              <a:rPr sz="3600" b="1">
                <a:solidFill>
                  <a:srgbClr val="EFF5EE"/>
                </a:solidFill>
                <a:latin typeface="Source Han Sans SC"/>
                <a:ea typeface="Source Han Sans SC"/>
                <a:cs typeface="Source Han Sans SC"/>
              </a:rPr>
              <a:t>Every real need can be a starting point</a:t>
            </a:r>
          </a:p>
        </p:txBody>
      </p:sp>
      <p:sp>
        <p:nvSpPr>
          <p:cNvPr id="7" name="text-261">
            <a:extLst xmlns:a="http://schemas.openxmlformats.org/drawingml/2006/main">
              <a:ext uri="{FF2B5EF4-FFF2-40B4-BE49-F238E27FC236}">
                <a16:creationId xmlns:a16="http://schemas.microsoft.com/office/drawing/2014/main" id="{7D033B70-CCC3-4DB9-9388-F5BD13B01293}"/>
              </a:ext>
            </a:extLst>
          </p:cNvPr>
          <p:cNvSpPr>
            <a:spLocks xmlns:a="http://schemas.openxmlformats.org/drawingml/2006/main" noGrp="1"/>
          </p:cNvSpPr>
          <p:nvPr/>
        </p:nvSpPr>
        <p:spPr>
          <a:xfrm xmlns:a="http://schemas.openxmlformats.org/drawingml/2006/main">
            <a:off x="704850" y="2152650"/>
            <a:ext cx="1381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AFC5B6"/>
                </a:solidFill>
                <a:latin typeface="Source Han Sans SC"/>
                <a:ea typeface="Source Han Sans SC"/>
                <a:cs typeface="Source Han Sans SC"/>
              </a:defRPr>
            </a:defPPr>
          </a:lstStyle>
          <a:p xmlns:a="http://schemas.openxmlformats.org/drawingml/2006/main">
            <a:pPr algn="l">
              <a:buNone/>
              <a:defRPr sz="1800" b="0">
                <a:solidFill>
                  <a:srgbClr val="AFC5B6"/>
                </a:solidFill>
                <a:latin typeface="Source Han Sans SC"/>
                <a:ea typeface="Source Han Sans SC"/>
                <a:cs typeface="Source Han Sans SC"/>
              </a:defRPr>
            </a:pPr>
            <a:r>
              <a:rPr sz="1800" b="0">
                <a:solidFill>
                  <a:srgbClr val="AFC5B6"/>
                </a:solidFill>
                <a:latin typeface="Source Han Sans SC"/>
                <a:ea typeface="Source Han Sans SC"/>
                <a:cs typeface="Source Han Sans SC"/>
              </a:rPr>
              <a:t>Developers, communities and partners can build results that others can reuse.</a:t>
            </a:r>
          </a:p>
        </p:txBody>
      </p:sp>
      <p:sp>
        <p:nvSpPr>
          <p:cNvPr id="8" name="line-262">
            <a:extLst xmlns:a="http://schemas.openxmlformats.org/drawingml/2006/main">
              <a:ext uri="{FF2B5EF4-FFF2-40B4-BE49-F238E27FC236}">
                <a16:creationId xmlns:a16="http://schemas.microsoft.com/office/drawing/2014/main" id="{9A2F7BCD-450E-428A-87CA-EDF0A2C8127F}"/>
              </a:ext>
            </a:extLst>
          </p:cNvPr>
          <p:cNvSpPr>
            <a:spLocks xmlns:a="http://schemas.openxmlformats.org/drawingml/2006/main" noGrp="1"/>
          </p:cNvSpPr>
          <p:nvPr/>
        </p:nvSpPr>
        <p:spPr>
          <a:xfrm xmlns:a="http://schemas.openxmlformats.org/drawingml/2006/main">
            <a:off x="685800" y="8058150"/>
            <a:ext cx="13868400" cy="0"/>
          </a:xfrm>
          <a:prstGeom xmlns:a="http://schemas.openxmlformats.org/drawingml/2006/main" prst="line">
            <a:avLst/>
          </a:prstGeom>
          <a:noFill xmlns:a="http://schemas.openxmlformats.org/drawingml/2006/main"/>
          <a:ln xmlns:a="http://schemas.openxmlformats.org/drawingml/2006/main" w="9525">
            <a:solidFill>
              <a:srgbClr val="3B5949"/>
            </a:solidFill>
            <a:prstDash val="solid"/>
          </a:ln>
        </p:spPr>
      </p:sp>
      <p:sp>
        <p:nvSpPr>
          <p:cNvPr id="9" name="text-263">
            <a:extLst xmlns:a="http://schemas.openxmlformats.org/drawingml/2006/main">
              <a:ext uri="{FF2B5EF4-FFF2-40B4-BE49-F238E27FC236}">
                <a16:creationId xmlns:a16="http://schemas.microsoft.com/office/drawing/2014/main" id="{7B8840C2-B4BA-4DC2-BEBE-28636D65AF60}"/>
              </a:ext>
            </a:extLst>
          </p:cNvPr>
          <p:cNvSpPr>
            <a:spLocks xmlns:a="http://schemas.openxmlformats.org/drawingml/2006/main" noGrp="1"/>
          </p:cNvSpPr>
          <p:nvPr/>
        </p:nvSpPr>
        <p:spPr>
          <a:xfrm xmlns:a="http://schemas.openxmlformats.org/drawingml/2006/main">
            <a:off x="704850" y="81724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25" b="0">
                <a:solidFill>
                  <a:srgbClr val="AFC5B6"/>
                </a:solidFill>
                <a:latin typeface="Source Han Sans SC"/>
                <a:ea typeface="Source Han Sans SC"/>
                <a:cs typeface="Source Han Sans SC"/>
              </a:defRPr>
            </a:defPPr>
          </a:lstStyle>
          <a:p xmlns:a="http://schemas.openxmlformats.org/drawingml/2006/main">
            <a:pPr algn="l">
              <a:buNone/>
              <a:defRPr sz="1125" b="0">
                <a:solidFill>
                  <a:srgbClr val="AFC5B6"/>
                </a:solidFill>
                <a:latin typeface="Source Han Sans SC"/>
                <a:ea typeface="Source Han Sans SC"/>
                <a:cs typeface="Source Han Sans SC"/>
              </a:defRPr>
            </a:pPr>
            <a:r>
              <a:rPr sz="1125" b="0">
                <a:solidFill>
                  <a:srgbClr val="AFC5B6"/>
                </a:solidFill>
                <a:latin typeface="Source Han Sans SC"/>
                <a:ea typeface="Source Han Sans SC"/>
                <a:cs typeface="Source Han Sans SC"/>
              </a:rPr>
              <a:t>AI for All Manifesto</a:t>
            </a:r>
          </a:p>
        </p:txBody>
      </p:sp>
      <p:sp>
        <p:nvSpPr>
          <p:cNvPr id="10" name="text-264">
            <a:extLst xmlns:a="http://schemas.openxmlformats.org/drawingml/2006/main">
              <a:ext uri="{FF2B5EF4-FFF2-40B4-BE49-F238E27FC236}">
                <a16:creationId xmlns:a16="http://schemas.microsoft.com/office/drawing/2014/main" id="{F073D2DE-7B16-48CA-9F1E-A9796DECCF70}"/>
              </a:ext>
            </a:extLst>
          </p:cNvPr>
          <p:cNvSpPr>
            <a:spLocks xmlns:a="http://schemas.openxmlformats.org/drawingml/2006/main" noGrp="1"/>
          </p:cNvSpPr>
          <p:nvPr/>
        </p:nvSpPr>
        <p:spPr>
          <a:xfrm xmlns:a="http://schemas.openxmlformats.org/drawingml/2006/main">
            <a:off x="12192000" y="8172450"/>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125" b="0">
                <a:solidFill>
                  <a:srgbClr val="AFC5B6"/>
                </a:solidFill>
                <a:latin typeface="Source Han Sans SC"/>
                <a:ea typeface="Source Han Sans SC"/>
                <a:cs typeface="Source Han Sans SC"/>
              </a:defRPr>
            </a:defPPr>
          </a:lstStyle>
          <a:p xmlns:a="http://schemas.openxmlformats.org/drawingml/2006/main">
            <a:pPr algn="r">
              <a:buNone/>
              <a:defRPr sz="1125" b="0">
                <a:solidFill>
                  <a:srgbClr val="AFC5B6"/>
                </a:solidFill>
                <a:latin typeface="Source Han Sans SC"/>
                <a:ea typeface="Source Han Sans SC"/>
                <a:cs typeface="Source Han Sans SC"/>
              </a:defRPr>
            </a:pPr>
            <a:r>
              <a:rPr sz="1125" b="0">
                <a:solidFill>
                  <a:srgbClr val="AFC5B6"/>
                </a:solidFill>
                <a:latin typeface="Source Han Sans SC"/>
                <a:ea typeface="Source Han Sans SC"/>
                <a:cs typeface="Source Han Sans SC"/>
              </a:rPr>
              <a:t>X-lab AI</a:t>
            </a:r>
          </a:p>
        </p:txBody>
      </p:sp>
      <p:pic>
        <p:nvPicPr>
          <p:cNvPr id="11" name="">
            <a:extLst xmlns:a="http://schemas.openxmlformats.org/drawingml/2006/main">
              <a:ext uri="{FF2B5EF4-FFF2-40B4-BE49-F238E27FC236}">
                <a16:creationId xmlns:a16="http://schemas.microsoft.com/office/drawing/2014/main" id="{AEF8993C-0D9F-42E9-A187-6F5D5B338744}"/>
              </a:ext>
            </a:extLst>
          </p:cNvPr>
          <p:cNvPicPr>
            <a:picLocks xmlns:a="http://schemas.openxmlformats.org/drawingml/2006/main" noChangeAspect="1"/>
          </p:cNvPicPr>
          <p:nvPr/>
        </p:nvPicPr>
        <p:blipFill>
          <a:blip xmlns:r="http://schemas.openxmlformats.org/officeDocument/2006/relationships" xmlns:a="http://schemas.openxmlformats.org/drawingml/2006/main" r:embed="R4941a57c015d4fe2"/>
          <a:stretch xmlns:a="http://schemas.openxmlformats.org/drawingml/2006/main"/>
        </p:blipFill>
        <p:spPr>
          <a:xfrm xmlns:a="http://schemas.openxmlformats.org/drawingml/2006/main">
            <a:off x="781050" y="3171825"/>
            <a:ext cx="571500" cy="571500"/>
          </a:xfrm>
          <a:prstGeom xmlns:a="http://schemas.openxmlformats.org/drawingml/2006/main" prst="rect">
            <a:avLst/>
          </a:prstGeom>
        </p:spPr>
      </p:pic>
      <p:sp>
        <p:nvSpPr>
          <p:cNvPr id="12" name="step1:text-265">
            <a:extLst xmlns:a="http://schemas.openxmlformats.org/drawingml/2006/main">
              <a:ext uri="{FF2B5EF4-FFF2-40B4-BE49-F238E27FC236}">
                <a16:creationId xmlns:a16="http://schemas.microsoft.com/office/drawing/2014/main" id="{BD132336-320C-4E0A-A8D7-45267156E7CC}"/>
              </a:ext>
            </a:extLst>
          </p:cNvPr>
          <p:cNvSpPr>
            <a:spLocks xmlns:a="http://schemas.openxmlformats.org/drawingml/2006/main" noGrp="1"/>
          </p:cNvSpPr>
          <p:nvPr/>
        </p:nvSpPr>
        <p:spPr>
          <a:xfrm xmlns:a="http://schemas.openxmlformats.org/drawingml/2006/main">
            <a:off x="704850" y="4048125"/>
            <a:ext cx="4333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225" b="0">
                <a:solidFill>
                  <a:srgbClr val="C6EE85"/>
                </a:solidFill>
                <a:latin typeface="Source Han Sans SC"/>
                <a:ea typeface="Source Han Sans SC"/>
                <a:cs typeface="Source Han Sans SC"/>
              </a:defRPr>
            </a:defPPr>
          </a:lstStyle>
          <a:p xmlns:a="http://schemas.openxmlformats.org/drawingml/2006/main">
            <a:pPr algn="l">
              <a:buNone/>
              <a:defRPr sz="3225" b="0">
                <a:solidFill>
                  <a:srgbClr val="C6EE85"/>
                </a:solidFill>
                <a:latin typeface="Source Han Sans SC"/>
                <a:ea typeface="Source Han Sans SC"/>
                <a:cs typeface="Source Han Sans SC"/>
              </a:defRPr>
            </a:pPr>
            <a:r>
              <a:rPr sz="3225" b="0">
                <a:solidFill>
                  <a:srgbClr val="C6EE85"/>
                </a:solidFill>
                <a:latin typeface="Source Han Sans SC"/>
                <a:ea typeface="Source Han Sans SC"/>
                <a:cs typeface="Source Han Sans SC"/>
              </a:rPr>
              <a:t>Developers</a:t>
            </a:r>
          </a:p>
        </p:txBody>
      </p:sp>
      <p:sp>
        <p:nvSpPr>
          <p:cNvPr id="13" name="step1:text-266">
            <a:extLst xmlns:a="http://schemas.openxmlformats.org/drawingml/2006/main">
              <a:ext uri="{FF2B5EF4-FFF2-40B4-BE49-F238E27FC236}">
                <a16:creationId xmlns:a16="http://schemas.microsoft.com/office/drawing/2014/main" id="{4CE4F512-F61F-4C44-98D2-BC94D3996B64}"/>
              </a:ext>
            </a:extLst>
          </p:cNvPr>
          <p:cNvSpPr>
            <a:spLocks xmlns:a="http://schemas.openxmlformats.org/drawingml/2006/main" noGrp="1"/>
          </p:cNvSpPr>
          <p:nvPr/>
        </p:nvSpPr>
        <p:spPr>
          <a:xfrm xmlns:a="http://schemas.openxmlformats.org/drawingml/2006/main">
            <a:off x="704850" y="4991100"/>
            <a:ext cx="43148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13" b="0">
                <a:solidFill>
                  <a:srgbClr val="EFF5EE"/>
                </a:solidFill>
                <a:latin typeface="Source Han Sans SC"/>
                <a:ea typeface="Source Han Sans SC"/>
                <a:cs typeface="Source Han Sans SC"/>
              </a:defRPr>
            </a:defPPr>
          </a:lstStyle>
          <a:p xmlns:a="http://schemas.openxmlformats.org/drawingml/2006/main">
            <a:pPr algn="l">
              <a:buNone/>
              <a:defRPr sz="1613" b="0">
                <a:solidFill>
                  <a:srgbClr val="EFF5EE"/>
                </a:solidFill>
                <a:latin typeface="Source Han Sans SC"/>
                <a:ea typeface="Source Han Sans SC"/>
                <a:cs typeface="Source Han Sans SC"/>
              </a:defRPr>
            </a:pPr>
            <a:r>
              <a:rPr sz="1613" b="0">
                <a:solidFill>
                  <a:srgbClr val="EFF5EE"/>
                </a:solidFill>
                <a:latin typeface="Source Han Sans SC"/>
                <a:ea typeface="Source Han Sans SC"/>
                <a:cs typeface="Source Han Sans SC"/>
              </a:rPr>
              <a:t>Share needs and feedback.</a:t>
            </a:r>
          </a:p>
          <a:p xmlns:a="http://schemas.openxmlformats.org/drawingml/2006/main">
            <a:pPr algn="l">
              <a:buNone/>
              <a:defRPr sz="1613" b="0">
                <a:solidFill>
                  <a:srgbClr val="EFF5EE"/>
                </a:solidFill>
                <a:latin typeface="Source Han Sans SC"/>
                <a:ea typeface="Source Han Sans SC"/>
                <a:cs typeface="Source Han Sans SC"/>
              </a:defRPr>
            </a:pPr>
            <a:r>
              <a:rPr sz="1613" b="0">
                <a:solidFill>
                  <a:srgbClr val="EFF5EE"/>
                </a:solidFill>
                <a:latin typeface="Source Han Sans SC"/>
                <a:ea typeface="Source Han Sans SC"/>
                <a:cs typeface="Source Han Sans SC"/>
              </a:rPr>
              <a:t>Contribute tools, documentation and cases.</a:t>
            </a:r>
          </a:p>
        </p:txBody>
      </p:sp>
      <p:sp>
        <p:nvSpPr>
          <p:cNvPr id="14" name="step1:text-267">
            <a:extLst xmlns:a="http://schemas.openxmlformats.org/drawingml/2006/main">
              <a:ext uri="{FF2B5EF4-FFF2-40B4-BE49-F238E27FC236}">
                <a16:creationId xmlns:a16="http://schemas.microsoft.com/office/drawing/2014/main" id="{4BB6C415-7A50-49C3-9BB0-67369259A957}"/>
              </a:ext>
            </a:extLst>
          </p:cNvPr>
          <p:cNvSpPr>
            <a:spLocks xmlns:a="http://schemas.openxmlformats.org/drawingml/2006/main" noGrp="1"/>
          </p:cNvSpPr>
          <p:nvPr/>
        </p:nvSpPr>
        <p:spPr>
          <a:xfrm xmlns:a="http://schemas.openxmlformats.org/drawingml/2006/main">
            <a:off x="704850" y="613410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0">
                <a:solidFill>
                  <a:srgbClr val="AFC5B6"/>
                </a:solidFill>
                <a:latin typeface="Source Han Sans SC"/>
                <a:ea typeface="Source Han Sans SC"/>
                <a:cs typeface="Source Han Sans SC"/>
              </a:defRPr>
            </a:defPPr>
          </a:lstStyle>
          <a:p xmlns:a="http://schemas.openxmlformats.org/drawingml/2006/main">
            <a:pPr algn="l">
              <a:buNone/>
              <a:defRPr sz="1650" b="0">
                <a:solidFill>
                  <a:srgbClr val="AFC5B6"/>
                </a:solidFill>
                <a:latin typeface="Source Han Sans SC"/>
                <a:ea typeface="Source Han Sans SC"/>
                <a:cs typeface="Source Han Sans SC"/>
              </a:defRPr>
            </a:pPr>
            <a:r>
              <a:rPr sz="1650" b="0">
                <a:solidFill>
                  <a:srgbClr val="AFC5B6"/>
                </a:solidFill>
                <a:latin typeface="Source Han Sans SC"/>
                <a:ea typeface="Source Han Sans SC"/>
                <a:cs typeface="Source Han Sans SC"/>
                <a:hlinkClick xmlns:r="http://schemas.openxmlformats.org/officeDocument/2006/relationships" r:id="R3d8dfde1313b4403"/>
              </a:rPr>
              <a:t>Read the contribution guide ↗</a:t>
            </a:r>
          </a:p>
        </p:txBody>
      </p:sp>
      <p:pic>
        <p:nvPicPr>
          <p:cNvPr id="15" name="">
            <a:extLst xmlns:a="http://schemas.openxmlformats.org/drawingml/2006/main">
              <a:ext uri="{FF2B5EF4-FFF2-40B4-BE49-F238E27FC236}">
                <a16:creationId xmlns:a16="http://schemas.microsoft.com/office/drawing/2014/main" id="{203C9834-7E88-42BA-8DCD-BF542D9C673C}"/>
              </a:ext>
            </a:extLst>
          </p:cNvPr>
          <p:cNvPicPr>
            <a:picLocks xmlns:a="http://schemas.openxmlformats.org/drawingml/2006/main" noChangeAspect="1"/>
          </p:cNvPicPr>
          <p:nvPr/>
        </p:nvPicPr>
        <p:blipFill>
          <a:blip xmlns:r="http://schemas.openxmlformats.org/officeDocument/2006/relationships" xmlns:a="http://schemas.openxmlformats.org/drawingml/2006/main" r:embed="Redac7bc104dc4082"/>
          <a:stretch xmlns:a="http://schemas.openxmlformats.org/drawingml/2006/main"/>
        </p:blipFill>
        <p:spPr>
          <a:xfrm xmlns:a="http://schemas.openxmlformats.org/drawingml/2006/main">
            <a:off x="5505450" y="3171825"/>
            <a:ext cx="571500" cy="571500"/>
          </a:xfrm>
          <a:prstGeom xmlns:a="http://schemas.openxmlformats.org/drawingml/2006/main" prst="rect">
            <a:avLst/>
          </a:prstGeom>
        </p:spPr>
      </p:pic>
      <p:sp>
        <p:nvSpPr>
          <p:cNvPr id="16" name="step1:text-268">
            <a:extLst xmlns:a="http://schemas.openxmlformats.org/drawingml/2006/main">
              <a:ext uri="{FF2B5EF4-FFF2-40B4-BE49-F238E27FC236}">
                <a16:creationId xmlns:a16="http://schemas.microsoft.com/office/drawing/2014/main" id="{136C2D4D-6BF6-4B38-8F12-9D129538929D}"/>
              </a:ext>
            </a:extLst>
          </p:cNvPr>
          <p:cNvSpPr>
            <a:spLocks xmlns:a="http://schemas.openxmlformats.org/drawingml/2006/main" noGrp="1"/>
          </p:cNvSpPr>
          <p:nvPr/>
        </p:nvSpPr>
        <p:spPr>
          <a:xfrm xmlns:a="http://schemas.openxmlformats.org/drawingml/2006/main">
            <a:off x="5429250" y="4048125"/>
            <a:ext cx="4333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225" b="0">
                <a:solidFill>
                  <a:srgbClr val="C6EE85"/>
                </a:solidFill>
                <a:latin typeface="Source Han Sans SC"/>
                <a:ea typeface="Source Han Sans SC"/>
                <a:cs typeface="Source Han Sans SC"/>
              </a:defRPr>
            </a:defPPr>
          </a:lstStyle>
          <a:p xmlns:a="http://schemas.openxmlformats.org/drawingml/2006/main">
            <a:pPr algn="l">
              <a:buNone/>
              <a:defRPr sz="3225" b="0">
                <a:solidFill>
                  <a:srgbClr val="C6EE85"/>
                </a:solidFill>
                <a:latin typeface="Source Han Sans SC"/>
                <a:ea typeface="Source Han Sans SC"/>
                <a:cs typeface="Source Han Sans SC"/>
              </a:defRPr>
            </a:pPr>
            <a:r>
              <a:rPr sz="3225" b="0">
                <a:solidFill>
                  <a:srgbClr val="C6EE85"/>
                </a:solidFill>
                <a:latin typeface="Source Han Sans SC"/>
                <a:ea typeface="Source Han Sans SC"/>
                <a:cs typeface="Source Han Sans SC"/>
              </a:rPr>
              <a:t>Communities</a:t>
            </a:r>
          </a:p>
        </p:txBody>
      </p:sp>
      <p:sp>
        <p:nvSpPr>
          <p:cNvPr id="17" name="step1:text-269">
            <a:extLst xmlns:a="http://schemas.openxmlformats.org/drawingml/2006/main">
              <a:ext uri="{FF2B5EF4-FFF2-40B4-BE49-F238E27FC236}">
                <a16:creationId xmlns:a16="http://schemas.microsoft.com/office/drawing/2014/main" id="{9753C436-01AC-4928-BD91-78972A8A9C7C}"/>
              </a:ext>
            </a:extLst>
          </p:cNvPr>
          <p:cNvSpPr>
            <a:spLocks xmlns:a="http://schemas.openxmlformats.org/drawingml/2006/main" noGrp="1"/>
          </p:cNvSpPr>
          <p:nvPr/>
        </p:nvSpPr>
        <p:spPr>
          <a:xfrm xmlns:a="http://schemas.openxmlformats.org/drawingml/2006/main">
            <a:off x="5429250" y="4991100"/>
            <a:ext cx="43148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38" b="0">
                <a:solidFill>
                  <a:srgbClr val="EFF5EE"/>
                </a:solidFill>
                <a:latin typeface="Source Han Sans SC"/>
                <a:ea typeface="Source Han Sans SC"/>
                <a:cs typeface="Source Han Sans SC"/>
              </a:defRPr>
            </a:defPPr>
          </a:lstStyle>
          <a:p xmlns:a="http://schemas.openxmlformats.org/drawingml/2006/main">
            <a:pPr algn="l">
              <a:buNone/>
              <a:defRPr sz="1538" b="0">
                <a:solidFill>
                  <a:srgbClr val="EFF5EE"/>
                </a:solidFill>
                <a:latin typeface="Source Han Sans SC"/>
                <a:ea typeface="Source Han Sans SC"/>
                <a:cs typeface="Source Han Sans SC"/>
              </a:defRPr>
            </a:pPr>
            <a:r>
              <a:rPr sz="1538" b="0">
                <a:solidFill>
                  <a:srgbClr val="EFF5EE"/>
                </a:solidFill>
                <a:latin typeface="Source Han Sans SC"/>
                <a:ea typeface="Source Han Sans SC"/>
                <a:cs typeface="Source Han Sans SC"/>
              </a:rPr>
              <a:t>Organize learning and collaboration.</a:t>
            </a:r>
          </a:p>
          <a:p xmlns:a="http://schemas.openxmlformats.org/drawingml/2006/main">
            <a:pPr algn="l">
              <a:buNone/>
              <a:defRPr sz="1538" b="0">
                <a:solidFill>
                  <a:srgbClr val="EFF5EE"/>
                </a:solidFill>
                <a:latin typeface="Source Han Sans SC"/>
                <a:ea typeface="Source Han Sans SC"/>
                <a:cs typeface="Source Han Sans SC"/>
              </a:defRPr>
            </a:pPr>
            <a:r>
              <a:rPr sz="1538" b="0">
                <a:solidFill>
                  <a:srgbClr val="EFF5EE"/>
                </a:solidFill>
                <a:latin typeface="Source Han Sans SC"/>
                <a:ea typeface="Source Han Sans SC"/>
                <a:cs typeface="Source Han Sans SC"/>
              </a:rPr>
              <a:t>Bring back adoption experience and feedback.</a:t>
            </a:r>
          </a:p>
        </p:txBody>
      </p:sp>
      <p:sp>
        <p:nvSpPr>
          <p:cNvPr id="18" name="step1:text-270">
            <a:extLst xmlns:a="http://schemas.openxmlformats.org/drawingml/2006/main">
              <a:ext uri="{FF2B5EF4-FFF2-40B4-BE49-F238E27FC236}">
                <a16:creationId xmlns:a16="http://schemas.microsoft.com/office/drawing/2014/main" id="{5F3C33D4-FFD1-4FE2-B159-EC55BBBDBB0A}"/>
              </a:ext>
            </a:extLst>
          </p:cNvPr>
          <p:cNvSpPr>
            <a:spLocks xmlns:a="http://schemas.openxmlformats.org/drawingml/2006/main" noGrp="1"/>
          </p:cNvSpPr>
          <p:nvPr/>
        </p:nvSpPr>
        <p:spPr>
          <a:xfrm xmlns:a="http://schemas.openxmlformats.org/drawingml/2006/main">
            <a:off x="5429250" y="613410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0">
                <a:solidFill>
                  <a:srgbClr val="AFC5B6"/>
                </a:solidFill>
                <a:latin typeface="Source Han Sans SC"/>
                <a:ea typeface="Source Han Sans SC"/>
                <a:cs typeface="Source Han Sans SC"/>
              </a:defRPr>
            </a:defPPr>
          </a:lstStyle>
          <a:p xmlns:a="http://schemas.openxmlformats.org/drawingml/2006/main">
            <a:pPr algn="l">
              <a:buNone/>
              <a:defRPr sz="1650" b="0">
                <a:solidFill>
                  <a:srgbClr val="AFC5B6"/>
                </a:solidFill>
                <a:latin typeface="Source Han Sans SC"/>
                <a:ea typeface="Source Han Sans SC"/>
                <a:cs typeface="Source Han Sans SC"/>
              </a:defRPr>
            </a:pPr>
            <a:r>
              <a:rPr sz="1650" b="0">
                <a:solidFill>
                  <a:srgbClr val="AFC5B6"/>
                </a:solidFill>
                <a:latin typeface="Source Han Sans SC"/>
                <a:ea typeface="Source Han Sans SC"/>
                <a:cs typeface="Source Han Sans SC"/>
                <a:hlinkClick xmlns:r="http://schemas.openxmlformats.org/officeDocument/2006/relationships" r:id="Rb1897e3b59a84e1d"/>
              </a:rPr>
              <a:t>Join the discussion ↗</a:t>
            </a:r>
          </a:p>
        </p:txBody>
      </p:sp>
      <p:pic>
        <p:nvPicPr>
          <p:cNvPr id="19" name="">
            <a:extLst xmlns:a="http://schemas.openxmlformats.org/drawingml/2006/main">
              <a:ext uri="{FF2B5EF4-FFF2-40B4-BE49-F238E27FC236}">
                <a16:creationId xmlns:a16="http://schemas.microsoft.com/office/drawing/2014/main" id="{DD2C0DDD-B73B-4514-9CEA-9C605931F036}"/>
              </a:ext>
            </a:extLst>
          </p:cNvPr>
          <p:cNvPicPr>
            <a:picLocks xmlns:a="http://schemas.openxmlformats.org/drawingml/2006/main" noChangeAspect="1"/>
          </p:cNvPicPr>
          <p:nvPr/>
        </p:nvPicPr>
        <p:blipFill>
          <a:blip xmlns:r="http://schemas.openxmlformats.org/officeDocument/2006/relationships" xmlns:a="http://schemas.openxmlformats.org/drawingml/2006/main" r:embed="Rd1abe26fff184d8b"/>
          <a:stretch xmlns:a="http://schemas.openxmlformats.org/drawingml/2006/main"/>
        </p:blipFill>
        <p:spPr>
          <a:xfrm xmlns:a="http://schemas.openxmlformats.org/drawingml/2006/main">
            <a:off x="10229850" y="3171825"/>
            <a:ext cx="571500" cy="571500"/>
          </a:xfrm>
          <a:prstGeom xmlns:a="http://schemas.openxmlformats.org/drawingml/2006/main" prst="rect">
            <a:avLst/>
          </a:prstGeom>
        </p:spPr>
      </p:pic>
      <p:sp>
        <p:nvSpPr>
          <p:cNvPr id="20" name="step1:text-271">
            <a:extLst xmlns:a="http://schemas.openxmlformats.org/drawingml/2006/main">
              <a:ext uri="{FF2B5EF4-FFF2-40B4-BE49-F238E27FC236}">
                <a16:creationId xmlns:a16="http://schemas.microsoft.com/office/drawing/2014/main" id="{36489397-69C0-4E16-826E-89140B6D891C}"/>
              </a:ext>
            </a:extLst>
          </p:cNvPr>
          <p:cNvSpPr>
            <a:spLocks xmlns:a="http://schemas.openxmlformats.org/drawingml/2006/main" noGrp="1"/>
          </p:cNvSpPr>
          <p:nvPr/>
        </p:nvSpPr>
        <p:spPr>
          <a:xfrm xmlns:a="http://schemas.openxmlformats.org/drawingml/2006/main">
            <a:off x="10153650" y="4048125"/>
            <a:ext cx="43338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225" b="0">
                <a:solidFill>
                  <a:srgbClr val="C6EE85"/>
                </a:solidFill>
                <a:latin typeface="Source Han Sans SC"/>
                <a:ea typeface="Source Han Sans SC"/>
                <a:cs typeface="Source Han Sans SC"/>
              </a:defRPr>
            </a:defPPr>
          </a:lstStyle>
          <a:p xmlns:a="http://schemas.openxmlformats.org/drawingml/2006/main">
            <a:pPr algn="l">
              <a:buNone/>
              <a:defRPr sz="3225" b="0">
                <a:solidFill>
                  <a:srgbClr val="C6EE85"/>
                </a:solidFill>
                <a:latin typeface="Source Han Sans SC"/>
                <a:ea typeface="Source Han Sans SC"/>
                <a:cs typeface="Source Han Sans SC"/>
              </a:defRPr>
            </a:pPr>
            <a:r>
              <a:rPr sz="3225" b="0">
                <a:solidFill>
                  <a:srgbClr val="C6EE85"/>
                </a:solidFill>
                <a:latin typeface="Source Han Sans SC"/>
                <a:ea typeface="Source Han Sans SC"/>
                <a:cs typeface="Source Han Sans SC"/>
              </a:rPr>
              <a:t>Partners</a:t>
            </a:r>
          </a:p>
        </p:txBody>
      </p:sp>
      <p:sp>
        <p:nvSpPr>
          <p:cNvPr id="21" name="step1:text-272">
            <a:extLst xmlns:a="http://schemas.openxmlformats.org/drawingml/2006/main">
              <a:ext uri="{FF2B5EF4-FFF2-40B4-BE49-F238E27FC236}">
                <a16:creationId xmlns:a16="http://schemas.microsoft.com/office/drawing/2014/main" id="{EB6282C0-2C82-45AB-A807-AC647BAB5B5F}"/>
              </a:ext>
            </a:extLst>
          </p:cNvPr>
          <p:cNvSpPr>
            <a:spLocks xmlns:a="http://schemas.openxmlformats.org/drawingml/2006/main" noGrp="1"/>
          </p:cNvSpPr>
          <p:nvPr/>
        </p:nvSpPr>
        <p:spPr>
          <a:xfrm xmlns:a="http://schemas.openxmlformats.org/drawingml/2006/main">
            <a:off x="10153650" y="4991100"/>
            <a:ext cx="43148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0">
                <a:solidFill>
                  <a:srgbClr val="EFF5EE"/>
                </a:solidFill>
                <a:latin typeface="Source Han Sans SC"/>
                <a:ea typeface="Source Han Sans SC"/>
                <a:cs typeface="Source Han Sans SC"/>
              </a:defRPr>
            </a:defPPr>
          </a:lstStyle>
          <a:p xmlns:a="http://schemas.openxmlformats.org/drawingml/2006/main">
            <a:pPr algn="l">
              <a:buNone/>
              <a:defRPr sz="1950" b="0">
                <a:solidFill>
                  <a:srgbClr val="EFF5EE"/>
                </a:solidFill>
                <a:latin typeface="Source Han Sans SC"/>
                <a:ea typeface="Source Han Sans SC"/>
                <a:cs typeface="Source Han Sans SC"/>
              </a:defRPr>
            </a:pPr>
            <a:r>
              <a:rPr sz="1950" b="0">
                <a:solidFill>
                  <a:srgbClr val="EFF5EE"/>
                </a:solidFill>
                <a:latin typeface="Source Han Sans SC"/>
                <a:ea typeface="Source Han Sans SC"/>
                <a:cs typeface="Source Han Sans SC"/>
              </a:rPr>
              <a:t>Offer resources and real settings.</a:t>
            </a:r>
          </a:p>
          <a:p xmlns:a="http://schemas.openxmlformats.org/drawingml/2006/main">
            <a:pPr algn="l">
              <a:buNone/>
              <a:defRPr sz="1950" b="0">
                <a:solidFill>
                  <a:srgbClr val="EFF5EE"/>
                </a:solidFill>
                <a:latin typeface="Source Han Sans SC"/>
                <a:ea typeface="Source Han Sans SC"/>
                <a:cs typeface="Source Han Sans SC"/>
              </a:defRPr>
            </a:pPr>
            <a:r>
              <a:rPr sz="1950" b="0">
                <a:solidFill>
                  <a:srgbClr val="EFF5EE"/>
                </a:solidFill>
                <a:latin typeface="Source Han Sans SC"/>
                <a:ea typeface="Source Han Sans SC"/>
                <a:cs typeface="Source Han Sans SC"/>
              </a:rPr>
              <a:t>Work together on verifiable practice.</a:t>
            </a:r>
          </a:p>
        </p:txBody>
      </p:sp>
      <p:sp>
        <p:nvSpPr>
          <p:cNvPr id="22" name="step1:text-273">
            <a:extLst xmlns:a="http://schemas.openxmlformats.org/drawingml/2006/main">
              <a:ext uri="{FF2B5EF4-FFF2-40B4-BE49-F238E27FC236}">
                <a16:creationId xmlns:a16="http://schemas.microsoft.com/office/drawing/2014/main" id="{377860D0-8165-46DC-84ED-ED5775675E6E}"/>
              </a:ext>
            </a:extLst>
          </p:cNvPr>
          <p:cNvSpPr>
            <a:spLocks xmlns:a="http://schemas.openxmlformats.org/drawingml/2006/main" noGrp="1"/>
          </p:cNvSpPr>
          <p:nvPr/>
        </p:nvSpPr>
        <p:spPr>
          <a:xfrm xmlns:a="http://schemas.openxmlformats.org/drawingml/2006/main">
            <a:off x="10153650" y="613410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0">
                <a:solidFill>
                  <a:srgbClr val="AFC5B6"/>
                </a:solidFill>
                <a:latin typeface="Source Han Sans SC"/>
                <a:ea typeface="Source Han Sans SC"/>
                <a:cs typeface="Source Han Sans SC"/>
              </a:defRPr>
            </a:defPPr>
          </a:lstStyle>
          <a:p xmlns:a="http://schemas.openxmlformats.org/drawingml/2006/main">
            <a:pPr algn="l">
              <a:buNone/>
              <a:defRPr sz="1650" b="0">
                <a:solidFill>
                  <a:srgbClr val="AFC5B6"/>
                </a:solidFill>
                <a:latin typeface="Source Han Sans SC"/>
                <a:ea typeface="Source Han Sans SC"/>
                <a:cs typeface="Source Han Sans SC"/>
              </a:defRPr>
            </a:pPr>
            <a:r>
              <a:rPr sz="1650" b="0">
                <a:solidFill>
                  <a:srgbClr val="AFC5B6"/>
                </a:solidFill>
                <a:latin typeface="Source Han Sans SC"/>
                <a:ea typeface="Source Han Sans SC"/>
                <a:cs typeface="Source Han Sans SC"/>
                <a:hlinkClick xmlns:r="http://schemas.openxmlformats.org/officeDocument/2006/relationships" r:id="R20e4e5e2c5a74d52"/>
              </a:rPr>
              <a:t>Propose an action ↗</a:t>
            </a:r>
          </a:p>
        </p:txBody>
      </p:sp>
      <p:sp>
        <p:nvSpPr>
          <p:cNvPr id="23" name="step2:line-274">
            <a:extLst xmlns:a="http://schemas.openxmlformats.org/drawingml/2006/main">
              <a:ext uri="{FF2B5EF4-FFF2-40B4-BE49-F238E27FC236}">
                <a16:creationId xmlns:a16="http://schemas.microsoft.com/office/drawing/2014/main" id="{6D05A6F1-1731-4F5B-ABB1-C4698015550A}"/>
              </a:ext>
            </a:extLst>
          </p:cNvPr>
          <p:cNvSpPr>
            <a:spLocks xmlns:a="http://schemas.openxmlformats.org/drawingml/2006/main" noGrp="1"/>
          </p:cNvSpPr>
          <p:nvPr/>
        </p:nvSpPr>
        <p:spPr>
          <a:xfrm xmlns:a="http://schemas.openxmlformats.org/drawingml/2006/main">
            <a:off x="685800" y="6877050"/>
            <a:ext cx="13868400" cy="0"/>
          </a:xfrm>
          <a:prstGeom xmlns:a="http://schemas.openxmlformats.org/drawingml/2006/main" prst="line">
            <a:avLst/>
          </a:prstGeom>
          <a:noFill xmlns:a="http://schemas.openxmlformats.org/drawingml/2006/main"/>
          <a:ln xmlns:a="http://schemas.openxmlformats.org/drawingml/2006/main" w="9525">
            <a:solidFill>
              <a:srgbClr val="3B5949"/>
            </a:solidFill>
            <a:prstDash val="solid"/>
          </a:ln>
        </p:spPr>
      </p:sp>
      <p:sp>
        <p:nvSpPr>
          <p:cNvPr id="24" name="step2:line-275">
            <a:extLst xmlns:a="http://schemas.openxmlformats.org/drawingml/2006/main">
              <a:ext uri="{FF2B5EF4-FFF2-40B4-BE49-F238E27FC236}">
                <a16:creationId xmlns:a16="http://schemas.microsoft.com/office/drawing/2014/main" id="{979FBC6C-3033-462D-AC5D-6E44503752A5}"/>
              </a:ext>
            </a:extLst>
          </p:cNvPr>
          <p:cNvSpPr>
            <a:spLocks xmlns:a="http://schemas.openxmlformats.org/drawingml/2006/main" noGrp="1"/>
          </p:cNvSpPr>
          <p:nvPr/>
        </p:nvSpPr>
        <p:spPr>
          <a:xfrm xmlns:a="http://schemas.openxmlformats.org/drawingml/2006/main">
            <a:off x="685800" y="7477125"/>
            <a:ext cx="13868400" cy="0"/>
          </a:xfrm>
          <a:prstGeom xmlns:a="http://schemas.openxmlformats.org/drawingml/2006/main" prst="line">
            <a:avLst/>
          </a:prstGeom>
          <a:noFill xmlns:a="http://schemas.openxmlformats.org/drawingml/2006/main"/>
          <a:ln xmlns:a="http://schemas.openxmlformats.org/drawingml/2006/main" w="9525">
            <a:solidFill>
              <a:srgbClr val="3B5949"/>
            </a:solidFill>
            <a:prstDash val="solid"/>
          </a:ln>
        </p:spPr>
      </p:sp>
      <p:sp>
        <p:nvSpPr>
          <p:cNvPr id="25" name="step2:text-276">
            <a:extLst xmlns:a="http://schemas.openxmlformats.org/drawingml/2006/main">
              <a:ext uri="{FF2B5EF4-FFF2-40B4-BE49-F238E27FC236}">
                <a16:creationId xmlns:a16="http://schemas.microsoft.com/office/drawing/2014/main" id="{B7A93790-68C7-44F8-A376-A4BF8412452D}"/>
              </a:ext>
            </a:extLst>
          </p:cNvPr>
          <p:cNvSpPr>
            <a:spLocks xmlns:a="http://schemas.openxmlformats.org/drawingml/2006/main" noGrp="1"/>
          </p:cNvSpPr>
          <p:nvPr/>
        </p:nvSpPr>
        <p:spPr>
          <a:xfrm xmlns:a="http://schemas.openxmlformats.org/drawingml/2006/main">
            <a:off x="704850" y="6953250"/>
            <a:ext cx="4333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250" b="0">
                <a:solidFill>
                  <a:srgbClr val="C6EE85"/>
                </a:solidFill>
                <a:latin typeface="Source Han Sans SC"/>
                <a:ea typeface="Source Han Sans SC"/>
                <a:cs typeface="Source Han Sans SC"/>
              </a:defRPr>
            </a:defPPr>
          </a:lstStyle>
          <a:p xmlns:a="http://schemas.openxmlformats.org/drawingml/2006/main">
            <a:pPr algn="ctr">
              <a:buNone/>
              <a:defRPr sz="2250" b="0">
                <a:solidFill>
                  <a:srgbClr val="C6EE85"/>
                </a:solidFill>
                <a:latin typeface="Source Han Sans SC"/>
                <a:ea typeface="Source Han Sans SC"/>
                <a:cs typeface="Source Han Sans SC"/>
              </a:defRPr>
            </a:pPr>
            <a:r>
              <a:rPr sz="2250" b="0">
                <a:solidFill>
                  <a:srgbClr val="C6EE85"/>
                </a:solidFill>
                <a:latin typeface="Source Han Sans SC"/>
                <a:ea typeface="Source Han Sans SC"/>
                <a:cs typeface="Source Han Sans SC"/>
              </a:rPr>
              <a:t>Open resources</a:t>
            </a:r>
          </a:p>
        </p:txBody>
      </p:sp>
      <p:sp>
        <p:nvSpPr>
          <p:cNvPr id="26" name="step2:text-277">
            <a:extLst xmlns:a="http://schemas.openxmlformats.org/drawingml/2006/main">
              <a:ext uri="{FF2B5EF4-FFF2-40B4-BE49-F238E27FC236}">
                <a16:creationId xmlns:a16="http://schemas.microsoft.com/office/drawing/2014/main" id="{451A4E92-F8A0-47A8-A1A3-727E4214DF08}"/>
              </a:ext>
            </a:extLst>
          </p:cNvPr>
          <p:cNvSpPr>
            <a:spLocks xmlns:a="http://schemas.openxmlformats.org/drawingml/2006/main" noGrp="1"/>
          </p:cNvSpPr>
          <p:nvPr/>
        </p:nvSpPr>
        <p:spPr>
          <a:xfrm xmlns:a="http://schemas.openxmlformats.org/drawingml/2006/main">
            <a:off x="5429250" y="6953250"/>
            <a:ext cx="4333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250" b="0">
                <a:solidFill>
                  <a:srgbClr val="C6EE85"/>
                </a:solidFill>
                <a:latin typeface="Source Han Sans SC"/>
                <a:ea typeface="Source Han Sans SC"/>
                <a:cs typeface="Source Han Sans SC"/>
              </a:defRPr>
            </a:defPPr>
          </a:lstStyle>
          <a:p xmlns:a="http://schemas.openxmlformats.org/drawingml/2006/main">
            <a:pPr algn="ctr">
              <a:buNone/>
              <a:defRPr sz="2250" b="0">
                <a:solidFill>
                  <a:srgbClr val="C6EE85"/>
                </a:solidFill>
                <a:latin typeface="Source Han Sans SC"/>
                <a:ea typeface="Source Han Sans SC"/>
                <a:cs typeface="Source Han Sans SC"/>
              </a:defRPr>
            </a:pPr>
            <a:r>
              <a:rPr sz="2250" b="0">
                <a:solidFill>
                  <a:srgbClr val="C6EE85"/>
                </a:solidFill>
                <a:latin typeface="Source Han Sans SC"/>
                <a:ea typeface="Source Han Sans SC"/>
                <a:cs typeface="Source Han Sans SC"/>
              </a:rPr>
              <a:t>Support creation</a:t>
            </a:r>
          </a:p>
        </p:txBody>
      </p:sp>
      <p:sp>
        <p:nvSpPr>
          <p:cNvPr id="27" name="step2:text-278">
            <a:extLst xmlns:a="http://schemas.openxmlformats.org/drawingml/2006/main">
              <a:ext uri="{FF2B5EF4-FFF2-40B4-BE49-F238E27FC236}">
                <a16:creationId xmlns:a16="http://schemas.microsoft.com/office/drawing/2014/main" id="{3DF0A271-8819-4D91-9FF8-29D2482E1B88}"/>
              </a:ext>
            </a:extLst>
          </p:cNvPr>
          <p:cNvSpPr>
            <a:spLocks xmlns:a="http://schemas.openxmlformats.org/drawingml/2006/main" noGrp="1"/>
          </p:cNvSpPr>
          <p:nvPr/>
        </p:nvSpPr>
        <p:spPr>
          <a:xfrm xmlns:a="http://schemas.openxmlformats.org/drawingml/2006/main">
            <a:off x="10153650" y="6953250"/>
            <a:ext cx="4333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250" b="0">
                <a:solidFill>
                  <a:srgbClr val="C6EE85"/>
                </a:solidFill>
                <a:latin typeface="Source Han Sans SC"/>
                <a:ea typeface="Source Han Sans SC"/>
                <a:cs typeface="Source Han Sans SC"/>
              </a:defRPr>
            </a:defPPr>
          </a:lstStyle>
          <a:p xmlns:a="http://schemas.openxmlformats.org/drawingml/2006/main">
            <a:pPr algn="ctr">
              <a:buNone/>
              <a:defRPr sz="2250" b="0">
                <a:solidFill>
                  <a:srgbClr val="C6EE85"/>
                </a:solidFill>
                <a:latin typeface="Source Han Sans SC"/>
                <a:ea typeface="Source Han Sans SC"/>
                <a:cs typeface="Source Han Sans SC"/>
              </a:defRPr>
            </a:pPr>
            <a:r>
              <a:rPr sz="2250" b="0">
                <a:solidFill>
                  <a:srgbClr val="C6EE85"/>
                </a:solidFill>
                <a:latin typeface="Source Han Sans SC"/>
                <a:ea typeface="Source Han Sans SC"/>
                <a:cs typeface="Source Han Sans SC"/>
              </a:rPr>
              <a:t>Public progress</a:t>
            </a:r>
          </a:p>
        </p:txBody>
      </p:sp>
      <p:sp>
        <p:nvSpPr>
          <p:cNvPr id="28" name="text-279">
            <a:extLst xmlns:a="http://schemas.openxmlformats.org/drawingml/2006/main">
              <a:ext uri="{FF2B5EF4-FFF2-40B4-BE49-F238E27FC236}">
                <a16:creationId xmlns:a16="http://schemas.microsoft.com/office/drawing/2014/main" id="{60760CDC-0F13-485E-B6F3-FE5FFD6F0525}"/>
              </a:ext>
            </a:extLst>
          </p:cNvPr>
          <p:cNvSpPr>
            <a:spLocks xmlns:a="http://schemas.openxmlformats.org/drawingml/2006/main" noGrp="1"/>
          </p:cNvSpPr>
          <p:nvPr/>
        </p:nvSpPr>
        <p:spPr>
          <a:xfrm xmlns:a="http://schemas.openxmlformats.org/drawingml/2006/main">
            <a:off x="704850" y="7715250"/>
            <a:ext cx="1381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75" b="0">
                <a:solidFill>
                  <a:srgbClr val="AFC5B6"/>
                </a:solidFill>
                <a:latin typeface="Source Han Sans SC"/>
                <a:ea typeface="Source Han Sans SC"/>
                <a:cs typeface="Source Han Sans SC"/>
              </a:defRPr>
            </a:defPPr>
          </a:lstStyle>
          <a:p xmlns:a="http://schemas.openxmlformats.org/drawingml/2006/main">
            <a:pPr algn="l">
              <a:buNone/>
              <a:defRPr sz="1275" b="0">
                <a:solidFill>
                  <a:srgbClr val="AFC5B6"/>
                </a:solidFill>
                <a:latin typeface="Source Han Sans SC"/>
                <a:ea typeface="Source Han Sans SC"/>
                <a:cs typeface="Source Han Sans SC"/>
              </a:defRPr>
            </a:pPr>
            <a:r>
              <a:rPr sz="1275" b="0">
                <a:solidFill>
                  <a:srgbClr val="AFC5B6"/>
                </a:solidFill>
                <a:latin typeface="Source Han Sans SC"/>
                <a:ea typeface="Source Han Sans SC"/>
                <a:cs typeface="Source Han Sans SC"/>
              </a:rPr>
              <a:t>No prior contribution score is needed to begin. Resources and conditions are defined for each action.</a:t>
            </a:r>
          </a:p>
        </p:txBody>
      </p:sp>
    </p:spTree>
    <p:extLst>
      <p:ext uri="{BB962C8B-B14F-4D97-AF65-F5344CB8AC3E}">
        <p14:creationId xmlns:p14="http://schemas.microsoft.com/office/powerpoint/2010/main" val="662205025"/>
      </p:ext>
    </p:extLst>
  </p:cSld>
</p:sld>
</file>

<file path=ppt/slides/slide10.xml><?xml version="1.0" encoding="utf-8"?>
<p:sld xmlns:p="http://schemas.openxmlformats.org/presentationml/2006/main">
  <p:cSld>
    <p:bg>
      <p:bgPr>
        <a:solidFill xmlns:a="http://schemas.openxmlformats.org/drawingml/2006/main">
          <a:srgbClr val="102C25"/>
        </a:solidFill>
      </p:bgPr>
    </p:bg>
    <p:spTree>
      <p:nvGrpSpPr>
        <p:cNvPr id="1" name=""/>
        <p:cNvGrpSpPr/>
        <p:nvPr/>
      </p:nvGrpSpPr>
      <p:grpSpPr>
        <a:xfrm xmlns:a="http://schemas.openxmlformats.org/drawingml/2006/main"/>
      </p:grpSpPr>
      <p:sp>
        <p:nvSpPr>
          <p:cNvPr id="58" name="panel-280">
            <a:extLst xmlns:a="http://schemas.openxmlformats.org/drawingml/2006/main">
              <a:ext uri="{FF2B5EF4-FFF2-40B4-BE49-F238E27FC236}">
                <a16:creationId xmlns:a16="http://schemas.microsoft.com/office/drawing/2014/main" id="{25B49D8A-34AE-4840-9198-98B9D859A9A5}"/>
              </a:ext>
            </a:extLst>
          </p:cNvPr>
          <p:cNvSpPr>
            <a:spLocks xmlns:a="http://schemas.openxmlformats.org/drawingml/2006/main" noGrp="1"/>
          </p:cNvSpPr>
          <p:nvPr/>
        </p:nvSpPr>
        <p:spPr>
          <a:xfrm xmlns:a="http://schemas.openxmlformats.org/drawingml/2006/main">
            <a:off x="0" y="0"/>
            <a:ext cx="15240000" cy="742950"/>
          </a:xfrm>
          <a:prstGeom xmlns:a="http://schemas.openxmlformats.org/drawingml/2006/main" prst="rect">
            <a:avLst/>
          </a:prstGeom>
          <a:solidFill xmlns:a="http://schemas.openxmlformats.org/drawingml/2006/main">
            <a:srgbClr val="102C25"/>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7F767DF5-E876-45C5-969E-A9CE9B210E0A}"/>
              </a:ext>
            </a:extLst>
          </p:cNvPr>
          <p:cNvPicPr>
            <a:picLocks xmlns:a="http://schemas.openxmlformats.org/drawingml/2006/main" noChangeAspect="1"/>
          </p:cNvPicPr>
          <p:nvPr/>
        </p:nvPicPr>
        <p:blipFill>
          <a:blip xmlns:r="http://schemas.openxmlformats.org/officeDocument/2006/relationships" xmlns:a="http://schemas.openxmlformats.org/drawingml/2006/main" r:embed="Ra69fa0b36d7d43e4"/>
          <a:stretch xmlns:a="http://schemas.openxmlformats.org/drawingml/2006/main"/>
        </p:blipFill>
        <p:spPr>
          <a:xfrm xmlns:a="http://schemas.openxmlformats.org/drawingml/2006/main">
            <a:off x="966734" y="152400"/>
            <a:ext cx="1057383" cy="457200"/>
          </a:xfrm>
          <a:prstGeom xmlns:a="http://schemas.openxmlformats.org/drawingml/2006/main" prst="rect">
            <a:avLst/>
          </a:prstGeom>
        </p:spPr>
      </p:pic>
      <p:sp>
        <p:nvSpPr>
          <p:cNvPr id="3" name="text-281">
            <a:extLst xmlns:a="http://schemas.openxmlformats.org/drawingml/2006/main">
              <a:ext uri="{FF2B5EF4-FFF2-40B4-BE49-F238E27FC236}">
                <a16:creationId xmlns:a16="http://schemas.microsoft.com/office/drawing/2014/main" id="{5449ECA2-C836-4C8E-8C3F-3E766D35A1E5}"/>
              </a:ext>
            </a:extLst>
          </p:cNvPr>
          <p:cNvSpPr>
            <a:spLocks xmlns:a="http://schemas.openxmlformats.org/drawingml/2006/main" noGrp="1"/>
          </p:cNvSpPr>
          <p:nvPr/>
        </p:nvSpPr>
        <p:spPr>
          <a:xfrm xmlns:a="http://schemas.openxmlformats.org/drawingml/2006/main">
            <a:off x="2667000" y="2095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75" b="0">
                <a:solidFill>
                  <a:srgbClr val="AFC5B6"/>
                </a:solidFill>
                <a:latin typeface="Source Han Sans SC"/>
                <a:ea typeface="Source Han Sans SC"/>
                <a:cs typeface="Source Han Sans SC"/>
              </a:defRPr>
            </a:defPPr>
          </a:lstStyle>
          <a:p xmlns:a="http://schemas.openxmlformats.org/drawingml/2006/main">
            <a:pPr algn="l">
              <a:buNone/>
              <a:defRPr sz="1275" b="0">
                <a:solidFill>
                  <a:srgbClr val="AFC5B6"/>
                </a:solidFill>
                <a:latin typeface="Source Han Sans SC"/>
                <a:ea typeface="Source Han Sans SC"/>
                <a:cs typeface="Source Han Sans SC"/>
              </a:defRPr>
            </a:pPr>
            <a:r>
              <a:rPr sz="1275" b="0">
                <a:solidFill>
                  <a:srgbClr val="AFC5B6"/>
                </a:solidFill>
                <a:latin typeface="Source Han Sans SC"/>
                <a:ea typeface="Source Han Sans SC"/>
                <a:cs typeface="Source Han Sans SC"/>
              </a:rPr>
              <a:t>AI FOR ALL</a:t>
            </a:r>
          </a:p>
        </p:txBody>
      </p:sp>
      <p:sp>
        <p:nvSpPr>
          <p:cNvPr id="4" name="text-282">
            <a:extLst xmlns:a="http://schemas.openxmlformats.org/drawingml/2006/main">
              <a:ext uri="{FF2B5EF4-FFF2-40B4-BE49-F238E27FC236}">
                <a16:creationId xmlns:a16="http://schemas.microsoft.com/office/drawing/2014/main" id="{4E9BF5AA-C56E-4468-A940-B01635621C48}"/>
              </a:ext>
            </a:extLst>
          </p:cNvPr>
          <p:cNvSpPr>
            <a:spLocks xmlns:a="http://schemas.openxmlformats.org/drawingml/2006/main" noGrp="1"/>
          </p:cNvSpPr>
          <p:nvPr/>
        </p:nvSpPr>
        <p:spPr>
          <a:xfrm xmlns:a="http://schemas.openxmlformats.org/drawingml/2006/main">
            <a:off x="13239750" y="209550"/>
            <a:ext cx="1295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425" b="0">
                <a:solidFill>
                  <a:srgbClr val="AFC5B6"/>
                </a:solidFill>
                <a:latin typeface="Source Han Sans SC"/>
                <a:ea typeface="Source Han Sans SC"/>
                <a:cs typeface="Source Han Sans SC"/>
              </a:defRPr>
            </a:defPPr>
          </a:lstStyle>
          <a:p xmlns:a="http://schemas.openxmlformats.org/drawingml/2006/main">
            <a:pPr algn="r">
              <a:buNone/>
              <a:defRPr sz="1425" b="0">
                <a:solidFill>
                  <a:srgbClr val="AFC5B6"/>
                </a:solidFill>
                <a:latin typeface="Source Han Sans SC"/>
                <a:ea typeface="Source Han Sans SC"/>
                <a:cs typeface="Source Han Sans SC"/>
              </a:defRPr>
            </a:pPr>
            <a:r>
              <a:rPr sz="1425" b="0">
                <a:solidFill>
                  <a:srgbClr val="AFC5B6"/>
                </a:solidFill>
                <a:latin typeface="Source Han Sans SC"/>
                <a:ea typeface="Source Han Sans SC"/>
                <a:cs typeface="Source Han Sans SC"/>
              </a:rPr>
              <a:t>10 / 10</a:t>
            </a:r>
          </a:p>
        </p:txBody>
      </p:sp>
      <p:sp>
        <p:nvSpPr>
          <p:cNvPr id="5" name="text-283">
            <a:extLst xmlns:a="http://schemas.openxmlformats.org/drawingml/2006/main">
              <a:ext uri="{FF2B5EF4-FFF2-40B4-BE49-F238E27FC236}">
                <a16:creationId xmlns:a16="http://schemas.microsoft.com/office/drawing/2014/main" id="{30D72742-C5FF-4366-8195-83630F3768B7}"/>
              </a:ext>
            </a:extLst>
          </p:cNvPr>
          <p:cNvSpPr>
            <a:spLocks xmlns:a="http://schemas.openxmlformats.org/drawingml/2006/main" noGrp="1"/>
          </p:cNvSpPr>
          <p:nvPr/>
        </p:nvSpPr>
        <p:spPr>
          <a:xfrm xmlns:a="http://schemas.openxmlformats.org/drawingml/2006/main">
            <a:off x="704850" y="97155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AFC5B6"/>
                </a:solidFill>
                <a:latin typeface="Source Han Sans SC"/>
                <a:ea typeface="Source Han Sans SC"/>
                <a:cs typeface="Source Han Sans SC"/>
              </a:defRPr>
            </a:defPPr>
          </a:lstStyle>
          <a:p xmlns:a="http://schemas.openxmlformats.org/drawingml/2006/main">
            <a:pPr algn="l">
              <a:buNone/>
              <a:defRPr sz="1350" b="0">
                <a:solidFill>
                  <a:srgbClr val="AFC5B6"/>
                </a:solidFill>
                <a:latin typeface="Source Han Sans SC"/>
                <a:ea typeface="Source Han Sans SC"/>
                <a:cs typeface="Source Han Sans SC"/>
              </a:defRPr>
            </a:pPr>
            <a:r>
              <a:rPr sz="1350" b="0">
                <a:solidFill>
                  <a:srgbClr val="AFC5B6"/>
                </a:solidFill>
                <a:latin typeface="Source Han Sans SC"/>
                <a:ea typeface="Source Han Sans SC"/>
                <a:cs typeface="Source Han Sans SC"/>
              </a:rPr>
              <a:t>The framework and invitation</a:t>
            </a:r>
          </a:p>
        </p:txBody>
      </p:sp>
      <p:sp>
        <p:nvSpPr>
          <p:cNvPr id="6" name="text-284">
            <a:extLst xmlns:a="http://schemas.openxmlformats.org/drawingml/2006/main">
              <a:ext uri="{FF2B5EF4-FFF2-40B4-BE49-F238E27FC236}">
                <a16:creationId xmlns:a16="http://schemas.microsoft.com/office/drawing/2014/main" id="{CC6BBB7C-8F22-4362-AFAB-DC03E5282880}"/>
              </a:ext>
            </a:extLst>
          </p:cNvPr>
          <p:cNvSpPr>
            <a:spLocks xmlns:a="http://schemas.openxmlformats.org/drawingml/2006/main" noGrp="1"/>
          </p:cNvSpPr>
          <p:nvPr/>
        </p:nvSpPr>
        <p:spPr>
          <a:xfrm xmlns:a="http://schemas.openxmlformats.org/drawingml/2006/main">
            <a:off x="685800" y="1381125"/>
            <a:ext cx="13868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EFF5EE"/>
                </a:solidFill>
                <a:latin typeface="Source Han Sans SC"/>
                <a:ea typeface="Source Han Sans SC"/>
                <a:cs typeface="Source Han Sans SC"/>
              </a:defRPr>
            </a:defPPr>
          </a:lstStyle>
          <a:p xmlns:a="http://schemas.openxmlformats.org/drawingml/2006/main">
            <a:pPr algn="l">
              <a:buNone/>
              <a:defRPr sz="3600" b="1">
                <a:solidFill>
                  <a:srgbClr val="EFF5EE"/>
                </a:solidFill>
                <a:latin typeface="Source Han Sans SC"/>
                <a:ea typeface="Source Han Sans SC"/>
                <a:cs typeface="Source Han Sans SC"/>
              </a:defRPr>
            </a:pPr>
            <a:r>
              <a:rPr sz="3600" b="1">
                <a:solidFill>
                  <a:srgbClr val="EFF5EE"/>
                </a:solidFill>
                <a:latin typeface="Source Han Sans SC"/>
                <a:ea typeface="Source Han Sans SC"/>
                <a:cs typeface="Source Han Sans SC"/>
              </a:rPr>
              <a:t>A shared framework for action</a:t>
            </a:r>
          </a:p>
        </p:txBody>
      </p:sp>
      <p:sp>
        <p:nvSpPr>
          <p:cNvPr id="7" name="text-285">
            <a:extLst xmlns:a="http://schemas.openxmlformats.org/drawingml/2006/main">
              <a:ext uri="{FF2B5EF4-FFF2-40B4-BE49-F238E27FC236}">
                <a16:creationId xmlns:a16="http://schemas.microsoft.com/office/drawing/2014/main" id="{C891EB9D-4453-4B78-9CA9-C5815774E667}"/>
              </a:ext>
            </a:extLst>
          </p:cNvPr>
          <p:cNvSpPr>
            <a:spLocks xmlns:a="http://schemas.openxmlformats.org/drawingml/2006/main" noGrp="1"/>
          </p:cNvSpPr>
          <p:nvPr/>
        </p:nvSpPr>
        <p:spPr>
          <a:xfrm xmlns:a="http://schemas.openxmlformats.org/drawingml/2006/main">
            <a:off x="704850" y="2152650"/>
            <a:ext cx="1381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AFC5B6"/>
                </a:solidFill>
                <a:latin typeface="Source Han Sans SC"/>
                <a:ea typeface="Source Han Sans SC"/>
                <a:cs typeface="Source Han Sans SC"/>
              </a:defRPr>
            </a:defPPr>
          </a:lstStyle>
          <a:p xmlns:a="http://schemas.openxmlformats.org/drawingml/2006/main">
            <a:pPr algn="l">
              <a:buNone/>
              <a:defRPr sz="1800" b="0">
                <a:solidFill>
                  <a:srgbClr val="AFC5B6"/>
                </a:solidFill>
                <a:latin typeface="Source Han Sans SC"/>
                <a:ea typeface="Source Han Sans SC"/>
                <a:cs typeface="Source Han Sans SC"/>
              </a:defRPr>
            </a:pPr>
            <a:r>
              <a:rPr sz="1800" b="0">
                <a:solidFill>
                  <a:srgbClr val="AFC5B6"/>
                </a:solidFill>
                <a:latin typeface="Source Han Sans SC"/>
                <a:ea typeface="Source Han Sans SC"/>
                <a:cs typeface="Source Han Sans SC"/>
              </a:rPr>
              <a:t>Connect creativity, sustained support and practical benefit.</a:t>
            </a:r>
          </a:p>
        </p:txBody>
      </p:sp>
      <p:sp>
        <p:nvSpPr>
          <p:cNvPr id="8" name="line-286">
            <a:extLst xmlns:a="http://schemas.openxmlformats.org/drawingml/2006/main">
              <a:ext uri="{FF2B5EF4-FFF2-40B4-BE49-F238E27FC236}">
                <a16:creationId xmlns:a16="http://schemas.microsoft.com/office/drawing/2014/main" id="{9497BBB3-7425-424D-AACC-2E0E4DC1CD0B}"/>
              </a:ext>
            </a:extLst>
          </p:cNvPr>
          <p:cNvSpPr>
            <a:spLocks xmlns:a="http://schemas.openxmlformats.org/drawingml/2006/main" noGrp="1"/>
          </p:cNvSpPr>
          <p:nvPr/>
        </p:nvSpPr>
        <p:spPr>
          <a:xfrm xmlns:a="http://schemas.openxmlformats.org/drawingml/2006/main">
            <a:off x="685800" y="8058150"/>
            <a:ext cx="13868400" cy="0"/>
          </a:xfrm>
          <a:prstGeom xmlns:a="http://schemas.openxmlformats.org/drawingml/2006/main" prst="line">
            <a:avLst/>
          </a:prstGeom>
          <a:noFill xmlns:a="http://schemas.openxmlformats.org/drawingml/2006/main"/>
          <a:ln xmlns:a="http://schemas.openxmlformats.org/drawingml/2006/main" w="9525">
            <a:solidFill>
              <a:srgbClr val="3B5949"/>
            </a:solidFill>
            <a:prstDash val="solid"/>
          </a:ln>
        </p:spPr>
      </p:sp>
      <p:sp>
        <p:nvSpPr>
          <p:cNvPr id="9" name="text-287">
            <a:extLst xmlns:a="http://schemas.openxmlformats.org/drawingml/2006/main">
              <a:ext uri="{FF2B5EF4-FFF2-40B4-BE49-F238E27FC236}">
                <a16:creationId xmlns:a16="http://schemas.microsoft.com/office/drawing/2014/main" id="{A7411569-FFE1-40E0-BB45-5FB18FA03C55}"/>
              </a:ext>
            </a:extLst>
          </p:cNvPr>
          <p:cNvSpPr>
            <a:spLocks xmlns:a="http://schemas.openxmlformats.org/drawingml/2006/main" noGrp="1"/>
          </p:cNvSpPr>
          <p:nvPr/>
        </p:nvSpPr>
        <p:spPr>
          <a:xfrm xmlns:a="http://schemas.openxmlformats.org/drawingml/2006/main">
            <a:off x="704850" y="81724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25" b="0">
                <a:solidFill>
                  <a:srgbClr val="AFC5B6"/>
                </a:solidFill>
                <a:latin typeface="Source Han Sans SC"/>
                <a:ea typeface="Source Han Sans SC"/>
                <a:cs typeface="Source Han Sans SC"/>
              </a:defRPr>
            </a:defPPr>
          </a:lstStyle>
          <a:p xmlns:a="http://schemas.openxmlformats.org/drawingml/2006/main">
            <a:pPr algn="l">
              <a:buNone/>
              <a:defRPr sz="1125" b="0">
                <a:solidFill>
                  <a:srgbClr val="AFC5B6"/>
                </a:solidFill>
                <a:latin typeface="Source Han Sans SC"/>
                <a:ea typeface="Source Han Sans SC"/>
                <a:cs typeface="Source Han Sans SC"/>
              </a:defRPr>
            </a:pPr>
            <a:r>
              <a:rPr sz="1125" b="0">
                <a:solidFill>
                  <a:srgbClr val="AFC5B6"/>
                </a:solidFill>
                <a:latin typeface="Source Han Sans SC"/>
                <a:ea typeface="Source Han Sans SC"/>
                <a:cs typeface="Source Han Sans SC"/>
              </a:rPr>
              <a:t>AI for All Manifesto</a:t>
            </a:r>
          </a:p>
        </p:txBody>
      </p:sp>
      <p:sp>
        <p:nvSpPr>
          <p:cNvPr id="10" name="text-288">
            <a:extLst xmlns:a="http://schemas.openxmlformats.org/drawingml/2006/main">
              <a:ext uri="{FF2B5EF4-FFF2-40B4-BE49-F238E27FC236}">
                <a16:creationId xmlns:a16="http://schemas.microsoft.com/office/drawing/2014/main" id="{95D11DC0-4AB4-4690-9A64-7776E8609FEA}"/>
              </a:ext>
            </a:extLst>
          </p:cNvPr>
          <p:cNvSpPr>
            <a:spLocks xmlns:a="http://schemas.openxmlformats.org/drawingml/2006/main" noGrp="1"/>
          </p:cNvSpPr>
          <p:nvPr/>
        </p:nvSpPr>
        <p:spPr>
          <a:xfrm xmlns:a="http://schemas.openxmlformats.org/drawingml/2006/main">
            <a:off x="12192000" y="8172450"/>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125" b="0">
                <a:solidFill>
                  <a:srgbClr val="AFC5B6"/>
                </a:solidFill>
                <a:latin typeface="Source Han Sans SC"/>
                <a:ea typeface="Source Han Sans SC"/>
                <a:cs typeface="Source Han Sans SC"/>
              </a:defRPr>
            </a:defPPr>
          </a:lstStyle>
          <a:p xmlns:a="http://schemas.openxmlformats.org/drawingml/2006/main">
            <a:pPr algn="r">
              <a:buNone/>
              <a:defRPr sz="1125" b="0">
                <a:solidFill>
                  <a:srgbClr val="AFC5B6"/>
                </a:solidFill>
                <a:latin typeface="Source Han Sans SC"/>
                <a:ea typeface="Source Han Sans SC"/>
                <a:cs typeface="Source Han Sans SC"/>
              </a:defRPr>
            </a:pPr>
            <a:r>
              <a:rPr sz="1125" b="0">
                <a:solidFill>
                  <a:srgbClr val="AFC5B6"/>
                </a:solidFill>
                <a:latin typeface="Source Han Sans SC"/>
                <a:ea typeface="Source Han Sans SC"/>
                <a:cs typeface="Source Han Sans SC"/>
              </a:rPr>
              <a:t>X-lab AI</a:t>
            </a:r>
          </a:p>
        </p:txBody>
      </p:sp>
      <p:sp>
        <p:nvSpPr>
          <p:cNvPr id="11" name="panel-289">
            <a:extLst xmlns:a="http://schemas.openxmlformats.org/drawingml/2006/main">
              <a:ext uri="{FF2B5EF4-FFF2-40B4-BE49-F238E27FC236}">
                <a16:creationId xmlns:a16="http://schemas.microsoft.com/office/drawing/2014/main" id="{BE17229F-1551-4F8C-8FA2-BBAE5E5FDF1A}"/>
              </a:ext>
            </a:extLst>
          </p:cNvPr>
          <p:cNvSpPr>
            <a:spLocks xmlns:a="http://schemas.openxmlformats.org/drawingml/2006/main" noGrp="1"/>
          </p:cNvSpPr>
          <p:nvPr/>
        </p:nvSpPr>
        <p:spPr>
          <a:xfrm xmlns:a="http://schemas.openxmlformats.org/drawingml/2006/main">
            <a:off x="685800" y="2828925"/>
            <a:ext cx="13868400" cy="666750"/>
          </a:xfrm>
          <a:prstGeom xmlns:a="http://schemas.openxmlformats.org/drawingml/2006/main" prst="roundRect">
            <a:avLst>
              <a:gd name="adj" fmla="val 8571"/>
            </a:avLst>
          </a:prstGeom>
          <a:solidFill xmlns:a="http://schemas.openxmlformats.org/drawingml/2006/main">
            <a:srgbClr val="18362C"/>
          </a:solidFill>
          <a:ln xmlns:a="http://schemas.openxmlformats.org/drawingml/2006/main" w="14288">
            <a:solidFill>
              <a:srgbClr val="66815B"/>
            </a:solidFill>
            <a:prstDash val="solid"/>
          </a:ln>
        </p:spPr>
      </p:sp>
      <p:sp>
        <p:nvSpPr>
          <p:cNvPr id="12" name="text-290">
            <a:extLst xmlns:a="http://schemas.openxmlformats.org/drawingml/2006/main">
              <a:ext uri="{FF2B5EF4-FFF2-40B4-BE49-F238E27FC236}">
                <a16:creationId xmlns:a16="http://schemas.microsoft.com/office/drawing/2014/main" id="{32B32A09-0F4A-4916-8596-E7B5E6B5A6AC}"/>
              </a:ext>
            </a:extLst>
          </p:cNvPr>
          <p:cNvSpPr>
            <a:spLocks xmlns:a="http://schemas.openxmlformats.org/drawingml/2006/main" noGrp="1"/>
          </p:cNvSpPr>
          <p:nvPr/>
        </p:nvSpPr>
        <p:spPr>
          <a:xfrm xmlns:a="http://schemas.openxmlformats.org/drawingml/2006/main">
            <a:off x="923925" y="3000375"/>
            <a:ext cx="2667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AFC5B6"/>
                </a:solidFill>
                <a:latin typeface="Source Han Sans SC"/>
                <a:ea typeface="Source Han Sans SC"/>
                <a:cs typeface="Source Han Sans SC"/>
              </a:defRPr>
            </a:defPPr>
          </a:lstStyle>
          <a:p xmlns:a="http://schemas.openxmlformats.org/drawingml/2006/main">
            <a:pPr algn="l">
              <a:buNone/>
              <a:defRPr sz="1500" b="0">
                <a:solidFill>
                  <a:srgbClr val="AFC5B6"/>
                </a:solidFill>
                <a:latin typeface="Source Han Sans SC"/>
                <a:ea typeface="Source Han Sans SC"/>
                <a:cs typeface="Source Han Sans SC"/>
              </a:defRPr>
            </a:pPr>
            <a:r>
              <a:rPr sz="1500" b="0">
                <a:solidFill>
                  <a:srgbClr val="AFC5B6"/>
                </a:solidFill>
                <a:latin typeface="Source Han Sans SC"/>
                <a:ea typeface="Source Han Sans SC"/>
                <a:cs typeface="Source Han Sans SC"/>
              </a:rPr>
              <a:t>01 / ONE GOAL</a:t>
            </a:r>
          </a:p>
        </p:txBody>
      </p:sp>
      <p:sp>
        <p:nvSpPr>
          <p:cNvPr id="13" name="text-291">
            <a:extLst xmlns:a="http://schemas.openxmlformats.org/drawingml/2006/main">
              <a:ext uri="{FF2B5EF4-FFF2-40B4-BE49-F238E27FC236}">
                <a16:creationId xmlns:a16="http://schemas.microsoft.com/office/drawing/2014/main" id="{7450E85F-D6BA-4742-BD9C-BC34DE30AC93}"/>
              </a:ext>
            </a:extLst>
          </p:cNvPr>
          <p:cNvSpPr>
            <a:spLocks xmlns:a="http://schemas.openxmlformats.org/drawingml/2006/main" noGrp="1"/>
          </p:cNvSpPr>
          <p:nvPr/>
        </p:nvSpPr>
        <p:spPr>
          <a:xfrm xmlns:a="http://schemas.openxmlformats.org/drawingml/2006/main">
            <a:off x="3714750" y="2895600"/>
            <a:ext cx="23336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550" b="1">
                <a:solidFill>
                  <a:srgbClr val="EFF5EE"/>
                </a:solidFill>
                <a:latin typeface="Source Han Sans SC"/>
                <a:ea typeface="Source Han Sans SC"/>
                <a:cs typeface="Source Han Sans SC"/>
              </a:defRPr>
            </a:defPPr>
          </a:lstStyle>
          <a:p xmlns:a="http://schemas.openxmlformats.org/drawingml/2006/main">
            <a:pPr algn="l">
              <a:buNone/>
              <a:defRPr sz="2550" b="1">
                <a:solidFill>
                  <a:srgbClr val="EFF5EE"/>
                </a:solidFill>
                <a:latin typeface="Source Han Sans SC"/>
                <a:ea typeface="Source Han Sans SC"/>
                <a:cs typeface="Source Han Sans SC"/>
              </a:defRPr>
            </a:pPr>
            <a:r>
              <a:rPr sz="2550" b="1">
                <a:solidFill>
                  <a:srgbClr val="EFF5EE"/>
                </a:solidFill>
                <a:latin typeface="Source Han Sans SC"/>
                <a:ea typeface="Source Han Sans SC"/>
                <a:cs typeface="Source Han Sans SC"/>
              </a:rPr>
              <a:t>AI for All</a:t>
            </a:r>
          </a:p>
        </p:txBody>
      </p:sp>
      <p:sp>
        <p:nvSpPr>
          <p:cNvPr id="14" name="text-292">
            <a:extLst xmlns:a="http://schemas.openxmlformats.org/drawingml/2006/main">
              <a:ext uri="{FF2B5EF4-FFF2-40B4-BE49-F238E27FC236}">
                <a16:creationId xmlns:a16="http://schemas.microsoft.com/office/drawing/2014/main" id="{E302C81F-09F0-4CFC-AB0F-F8F5C5DC1858}"/>
              </a:ext>
            </a:extLst>
          </p:cNvPr>
          <p:cNvSpPr>
            <a:spLocks xmlns:a="http://schemas.openxmlformats.org/drawingml/2006/main" noGrp="1"/>
          </p:cNvSpPr>
          <p:nvPr/>
        </p:nvSpPr>
        <p:spPr>
          <a:xfrm xmlns:a="http://schemas.openxmlformats.org/drawingml/2006/main">
            <a:off x="6305550" y="2962275"/>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D3E9AA"/>
                </a:solidFill>
                <a:latin typeface="Source Han Sans SC"/>
                <a:ea typeface="Source Han Sans SC"/>
                <a:cs typeface="Source Han Sans SC"/>
              </a:defRPr>
            </a:defPPr>
          </a:lstStyle>
          <a:p xmlns:a="http://schemas.openxmlformats.org/drawingml/2006/main">
            <a:pPr algn="l">
              <a:buNone/>
              <a:defRPr sz="2250" b="1">
                <a:solidFill>
                  <a:srgbClr val="D3E9AA"/>
                </a:solidFill>
                <a:latin typeface="Source Han Sans SC"/>
                <a:ea typeface="Source Han Sans SC"/>
                <a:cs typeface="Source Han Sans SC"/>
              </a:defRPr>
            </a:pPr>
            <a:r>
              <a:rPr sz="2250" b="1">
                <a:solidFill>
                  <a:srgbClr val="D3E9AA"/>
                </a:solidFill>
                <a:latin typeface="Source Han Sans SC"/>
                <a:ea typeface="Source Han Sans SC"/>
                <a:cs typeface="Source Han Sans SC"/>
              </a:rPr>
              <a:t>Affordable and useful</a:t>
            </a:r>
          </a:p>
        </p:txBody>
      </p:sp>
      <p:sp>
        <p:nvSpPr>
          <p:cNvPr id="15" name="text-293">
            <a:extLst xmlns:a="http://schemas.openxmlformats.org/drawingml/2006/main">
              <a:ext uri="{FF2B5EF4-FFF2-40B4-BE49-F238E27FC236}">
                <a16:creationId xmlns:a16="http://schemas.microsoft.com/office/drawing/2014/main" id="{93EF7AB7-CCBC-4EC1-9075-E4D029E482A1}"/>
              </a:ext>
            </a:extLst>
          </p:cNvPr>
          <p:cNvSpPr>
            <a:spLocks xmlns:a="http://schemas.openxmlformats.org/drawingml/2006/main" noGrp="1"/>
          </p:cNvSpPr>
          <p:nvPr/>
        </p:nvSpPr>
        <p:spPr>
          <a:xfrm xmlns:a="http://schemas.openxmlformats.org/drawingml/2006/main">
            <a:off x="5295900" y="3629025"/>
            <a:ext cx="21621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AFC5B6"/>
                </a:solidFill>
                <a:latin typeface="Source Han Sans SC"/>
                <a:ea typeface="Source Han Sans SC"/>
                <a:cs typeface="Source Han Sans SC"/>
              </a:defRPr>
            </a:defPPr>
          </a:lstStyle>
          <a:p xmlns:a="http://schemas.openxmlformats.org/drawingml/2006/main">
            <a:pPr algn="ctr">
              <a:buNone/>
              <a:defRPr sz="1650" b="0">
                <a:solidFill>
                  <a:srgbClr val="AFC5B6"/>
                </a:solidFill>
                <a:latin typeface="Source Han Sans SC"/>
                <a:ea typeface="Source Han Sans SC"/>
                <a:cs typeface="Source Han Sans SC"/>
              </a:defRPr>
            </a:pPr>
            <a:r>
              <a:rPr sz="1650" b="0">
                <a:solidFill>
                  <a:srgbClr val="AFC5B6"/>
                </a:solidFill>
                <a:latin typeface="Source Han Sans SC"/>
                <a:ea typeface="Source Han Sans SC"/>
                <a:cs typeface="Source Han Sans SC"/>
              </a:rPr>
              <a:t>Digital public goods</a:t>
            </a:r>
          </a:p>
        </p:txBody>
      </p:sp>
      <p:cxnSp>
        <p:nvCxnSpPr>
          <p:cNvPr id="16" name="arrow-294">
            <a:extLst xmlns:a="http://schemas.openxmlformats.org/drawingml/2006/main">
              <a:ext uri="{FF2B5EF4-FFF2-40B4-BE49-F238E27FC236}">
                <a16:creationId xmlns:a16="http://schemas.microsoft.com/office/drawing/2014/main" id="{176F30F4-E89F-434B-8C7A-D67CD0DB231D}"/>
              </a:ext>
            </a:extLst>
          </p:cNvPr>
          <p:cNvCxnSpPr/>
          <p:nvPr/>
        </p:nvCxnSpPr>
        <p:spPr>
          <a:xfrm xmlns:a="http://schemas.openxmlformats.org/drawingml/2006/main">
            <a:off x="7581900" y="3810000"/>
            <a:ext cx="485775" cy="0"/>
          </a:xfrm>
          <a:prstGeom xmlns:a="http://schemas.openxmlformats.org/drawingml/2006/main" prst="straightConnector1">
            <a:avLst/>
          </a:prstGeom>
          <a:ln xmlns:a="http://schemas.openxmlformats.org/drawingml/2006/main" w="17145">
            <a:solidFill>
              <a:srgbClr val="A9C98A"/>
            </a:solidFill>
            <a:tailEnd type="triangle" w="med" len="med"/>
          </a:ln>
        </p:spPr>
      </p:cxnSp>
      <p:sp>
        <p:nvSpPr>
          <p:cNvPr id="17" name="text-295">
            <a:extLst xmlns:a="http://schemas.openxmlformats.org/drawingml/2006/main">
              <a:ext uri="{FF2B5EF4-FFF2-40B4-BE49-F238E27FC236}">
                <a16:creationId xmlns:a16="http://schemas.microsoft.com/office/drawing/2014/main" id="{CF11FC4F-CDAC-4514-BBD4-68DDE3AB640F}"/>
              </a:ext>
            </a:extLst>
          </p:cNvPr>
          <p:cNvSpPr>
            <a:spLocks xmlns:a="http://schemas.openxmlformats.org/drawingml/2006/main" noGrp="1"/>
          </p:cNvSpPr>
          <p:nvPr/>
        </p:nvSpPr>
        <p:spPr>
          <a:xfrm xmlns:a="http://schemas.openxmlformats.org/drawingml/2006/main">
            <a:off x="8143875" y="3629025"/>
            <a:ext cx="21717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88" b="0">
                <a:solidFill>
                  <a:srgbClr val="AFC5B6"/>
                </a:solidFill>
                <a:latin typeface="Source Han Sans SC"/>
                <a:ea typeface="Source Han Sans SC"/>
                <a:cs typeface="Source Han Sans SC"/>
              </a:defRPr>
            </a:defPPr>
          </a:lstStyle>
          <a:p xmlns:a="http://schemas.openxmlformats.org/drawingml/2006/main">
            <a:pPr algn="ctr">
              <a:buNone/>
              <a:defRPr sz="1388" b="0">
                <a:solidFill>
                  <a:srgbClr val="AFC5B6"/>
                </a:solidFill>
                <a:latin typeface="Source Han Sans SC"/>
                <a:ea typeface="Source Han Sans SC"/>
                <a:cs typeface="Source Han Sans SC"/>
              </a:defRPr>
            </a:pPr>
            <a:r>
              <a:rPr sz="1388" b="0">
                <a:solidFill>
                  <a:srgbClr val="AFC5B6"/>
                </a:solidFill>
                <a:latin typeface="Source Han Sans SC"/>
                <a:ea typeface="Source Han Sans SC"/>
                <a:cs typeface="Source Han Sans SC"/>
              </a:rPr>
              <a:t>Adoption and adaptation</a:t>
            </a:r>
          </a:p>
        </p:txBody>
      </p:sp>
      <p:cxnSp>
        <p:nvCxnSpPr>
          <p:cNvPr id="18" name="arrow-296">
            <a:extLst xmlns:a="http://schemas.openxmlformats.org/drawingml/2006/main">
              <a:ext uri="{FF2B5EF4-FFF2-40B4-BE49-F238E27FC236}">
                <a16:creationId xmlns:a16="http://schemas.microsoft.com/office/drawing/2014/main" id="{BE423C1E-0781-4AEA-9A40-E4DD904DD981}"/>
              </a:ext>
            </a:extLst>
          </p:cNvPr>
          <p:cNvCxnSpPr/>
          <p:nvPr/>
        </p:nvCxnSpPr>
        <p:spPr>
          <a:xfrm xmlns:a="http://schemas.openxmlformats.org/drawingml/2006/main">
            <a:off x="10439400" y="3810000"/>
            <a:ext cx="485775" cy="0"/>
          </a:xfrm>
          <a:prstGeom xmlns:a="http://schemas.openxmlformats.org/drawingml/2006/main" prst="straightConnector1">
            <a:avLst/>
          </a:prstGeom>
          <a:ln xmlns:a="http://schemas.openxmlformats.org/drawingml/2006/main" w="17145">
            <a:solidFill>
              <a:srgbClr val="A9C98A"/>
            </a:solidFill>
            <a:tailEnd type="triangle" w="med" len="med"/>
          </a:ln>
        </p:spPr>
      </p:cxnSp>
      <p:sp>
        <p:nvSpPr>
          <p:cNvPr id="19" name="text-297">
            <a:extLst xmlns:a="http://schemas.openxmlformats.org/drawingml/2006/main">
              <a:ext uri="{FF2B5EF4-FFF2-40B4-BE49-F238E27FC236}">
                <a16:creationId xmlns:a16="http://schemas.microsoft.com/office/drawing/2014/main" id="{260AEF18-858A-47D7-AA9C-C14DA98135BC}"/>
              </a:ext>
            </a:extLst>
          </p:cNvPr>
          <p:cNvSpPr>
            <a:spLocks xmlns:a="http://schemas.openxmlformats.org/drawingml/2006/main" noGrp="1"/>
          </p:cNvSpPr>
          <p:nvPr/>
        </p:nvSpPr>
        <p:spPr>
          <a:xfrm xmlns:a="http://schemas.openxmlformats.org/drawingml/2006/main">
            <a:off x="11115675" y="3629025"/>
            <a:ext cx="2209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AFC5B6"/>
                </a:solidFill>
                <a:latin typeface="Source Han Sans SC"/>
                <a:ea typeface="Source Han Sans SC"/>
                <a:cs typeface="Source Han Sans SC"/>
              </a:defRPr>
            </a:defPPr>
          </a:lstStyle>
          <a:p xmlns:a="http://schemas.openxmlformats.org/drawingml/2006/main">
            <a:pPr algn="ctr">
              <a:buNone/>
              <a:defRPr sz="1650" b="0">
                <a:solidFill>
                  <a:srgbClr val="AFC5B6"/>
                </a:solidFill>
                <a:latin typeface="Source Han Sans SC"/>
                <a:ea typeface="Source Han Sans SC"/>
                <a:cs typeface="Source Han Sans SC"/>
              </a:defRPr>
            </a:pPr>
            <a:r>
              <a:rPr sz="1650" b="0">
                <a:solidFill>
                  <a:srgbClr val="AFC5B6"/>
                </a:solidFill>
                <a:latin typeface="Source Han Sans SC"/>
                <a:ea typeface="Source Han Sans SC"/>
                <a:cs typeface="Source Han Sans SC"/>
              </a:rPr>
              <a:t>Real help</a:t>
            </a:r>
          </a:p>
        </p:txBody>
      </p:sp>
      <p:cxnSp>
        <p:nvCxnSpPr>
          <p:cNvPr id="20" name="arrow-298">
            <a:extLst xmlns:a="http://schemas.openxmlformats.org/drawingml/2006/main">
              <a:ext uri="{FF2B5EF4-FFF2-40B4-BE49-F238E27FC236}">
                <a16:creationId xmlns:a16="http://schemas.microsoft.com/office/drawing/2014/main" id="{79FAC206-69B6-4924-949D-03035680B698}"/>
              </a:ext>
            </a:extLst>
          </p:cNvPr>
          <p:cNvCxnSpPr/>
          <p:nvPr/>
        </p:nvCxnSpPr>
        <p:spPr>
          <a:xfrm xmlns:a="http://schemas.openxmlformats.org/drawingml/2006/main">
            <a:off x="4048125" y="3609975"/>
            <a:ext cx="0" cy="361950"/>
          </a:xfrm>
          <a:prstGeom xmlns:a="http://schemas.openxmlformats.org/drawingml/2006/main" prst="straightConnector1">
            <a:avLst/>
          </a:prstGeom>
          <a:ln xmlns:a="http://schemas.openxmlformats.org/drawingml/2006/main" w="17145">
            <a:solidFill>
              <a:srgbClr val="A9C98A"/>
            </a:solidFill>
            <a:headEnd type="triangle" w="med" len="med"/>
          </a:ln>
        </p:spPr>
      </p:cxnSp>
      <p:cxnSp>
        <p:nvCxnSpPr>
          <p:cNvPr id="21" name="arrow-299">
            <a:extLst xmlns:a="http://schemas.openxmlformats.org/drawingml/2006/main">
              <a:ext uri="{FF2B5EF4-FFF2-40B4-BE49-F238E27FC236}">
                <a16:creationId xmlns:a16="http://schemas.microsoft.com/office/drawing/2014/main" id="{824EFFEB-85E8-4BE1-ACDD-A89EEF971FEB}"/>
              </a:ext>
            </a:extLst>
          </p:cNvPr>
          <p:cNvCxnSpPr/>
          <p:nvPr/>
        </p:nvCxnSpPr>
        <p:spPr>
          <a:xfrm xmlns:a="http://schemas.openxmlformats.org/drawingml/2006/main">
            <a:off x="13858875" y="3609975"/>
            <a:ext cx="0" cy="361950"/>
          </a:xfrm>
          <a:prstGeom xmlns:a="http://schemas.openxmlformats.org/drawingml/2006/main" prst="straightConnector1">
            <a:avLst/>
          </a:prstGeom>
          <a:ln xmlns:a="http://schemas.openxmlformats.org/drawingml/2006/main" w="17145">
            <a:solidFill>
              <a:srgbClr val="A9C98A"/>
            </a:solidFill>
            <a:headEnd type="triangle" w="med" len="med"/>
          </a:ln>
        </p:spPr>
      </p:cxnSp>
      <p:sp>
        <p:nvSpPr>
          <p:cNvPr id="22" name="panel-300">
            <a:extLst xmlns:a="http://schemas.openxmlformats.org/drawingml/2006/main">
              <a:ext uri="{FF2B5EF4-FFF2-40B4-BE49-F238E27FC236}">
                <a16:creationId xmlns:a16="http://schemas.microsoft.com/office/drawing/2014/main" id="{1744785B-7C09-40D7-8F21-E4419AFA3AE4}"/>
              </a:ext>
            </a:extLst>
          </p:cNvPr>
          <p:cNvSpPr>
            <a:spLocks xmlns:a="http://schemas.openxmlformats.org/drawingml/2006/main" noGrp="1"/>
          </p:cNvSpPr>
          <p:nvPr/>
        </p:nvSpPr>
        <p:spPr>
          <a:xfrm xmlns:a="http://schemas.openxmlformats.org/drawingml/2006/main">
            <a:off x="685800" y="4124325"/>
            <a:ext cx="4829175" cy="1933575"/>
          </a:xfrm>
          <a:prstGeom xmlns:a="http://schemas.openxmlformats.org/drawingml/2006/main" prst="roundRect">
            <a:avLst>
              <a:gd name="adj" fmla="val 2956"/>
            </a:avLst>
          </a:prstGeom>
          <a:solidFill xmlns:a="http://schemas.openxmlformats.org/drawingml/2006/main">
            <a:srgbClr val="18362C"/>
          </a:solidFill>
          <a:ln xmlns:a="http://schemas.openxmlformats.org/drawingml/2006/main" w="9525">
            <a:solidFill>
              <a:srgbClr val="3B5949"/>
            </a:solidFill>
            <a:prstDash val="solid"/>
          </a:ln>
        </p:spPr>
      </p:sp>
      <p:sp>
        <p:nvSpPr>
          <p:cNvPr id="23" name="text-301">
            <a:extLst xmlns:a="http://schemas.openxmlformats.org/drawingml/2006/main">
              <a:ext uri="{FF2B5EF4-FFF2-40B4-BE49-F238E27FC236}">
                <a16:creationId xmlns:a16="http://schemas.microsoft.com/office/drawing/2014/main" id="{52E38C5A-ECBF-4E39-9A01-3C0E44266E00}"/>
              </a:ext>
            </a:extLst>
          </p:cNvPr>
          <p:cNvSpPr>
            <a:spLocks xmlns:a="http://schemas.openxmlformats.org/drawingml/2006/main" noGrp="1"/>
          </p:cNvSpPr>
          <p:nvPr/>
        </p:nvSpPr>
        <p:spPr>
          <a:xfrm xmlns:a="http://schemas.openxmlformats.org/drawingml/2006/main">
            <a:off x="933450" y="4276725"/>
            <a:ext cx="3810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AFC5B6"/>
                </a:solidFill>
                <a:latin typeface="Source Han Sans SC"/>
                <a:ea typeface="Source Han Sans SC"/>
                <a:cs typeface="Source Han Sans SC"/>
              </a:defRPr>
            </a:defPPr>
          </a:lstStyle>
          <a:p xmlns:a="http://schemas.openxmlformats.org/drawingml/2006/main">
            <a:pPr algn="l">
              <a:buNone/>
              <a:defRPr sz="1425" b="0">
                <a:solidFill>
                  <a:srgbClr val="AFC5B6"/>
                </a:solidFill>
                <a:latin typeface="Source Han Sans SC"/>
                <a:ea typeface="Source Han Sans SC"/>
                <a:cs typeface="Source Han Sans SC"/>
              </a:defRPr>
            </a:pPr>
            <a:r>
              <a:rPr sz="1425" b="0">
                <a:solidFill>
                  <a:srgbClr val="AFC5B6"/>
                </a:solidFill>
                <a:latin typeface="Source Han Sans SC"/>
                <a:ea typeface="Source Han Sans SC"/>
                <a:cs typeface="Source Han Sans SC"/>
              </a:rPr>
              <a:t>02 / TWO FORCES</a:t>
            </a:r>
          </a:p>
        </p:txBody>
      </p:sp>
      <p:sp>
        <p:nvSpPr>
          <p:cNvPr id="24" name="text-302">
            <a:extLst xmlns:a="http://schemas.openxmlformats.org/drawingml/2006/main">
              <a:ext uri="{FF2B5EF4-FFF2-40B4-BE49-F238E27FC236}">
                <a16:creationId xmlns:a16="http://schemas.microsoft.com/office/drawing/2014/main" id="{8CA42E2C-263A-412B-A16A-5FB71DF0AA4C}"/>
              </a:ext>
            </a:extLst>
          </p:cNvPr>
          <p:cNvSpPr>
            <a:spLocks xmlns:a="http://schemas.openxmlformats.org/drawingml/2006/main" noGrp="1"/>
          </p:cNvSpPr>
          <p:nvPr/>
        </p:nvSpPr>
        <p:spPr>
          <a:xfrm xmlns:a="http://schemas.openxmlformats.org/drawingml/2006/main">
            <a:off x="933450" y="4695825"/>
            <a:ext cx="4286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625" b="0">
                <a:solidFill>
                  <a:srgbClr val="EFF5EE"/>
                </a:solidFill>
                <a:latin typeface="Source Han Sans SC"/>
                <a:ea typeface="Source Han Sans SC"/>
                <a:cs typeface="Source Han Sans SC"/>
              </a:defRPr>
            </a:defPPr>
          </a:lstStyle>
          <a:p xmlns:a="http://schemas.openxmlformats.org/drawingml/2006/main">
            <a:pPr algn="ctr">
              <a:buNone/>
              <a:defRPr sz="2625" b="0">
                <a:solidFill>
                  <a:srgbClr val="EFF5EE"/>
                </a:solidFill>
                <a:latin typeface="Source Han Sans SC"/>
                <a:ea typeface="Source Han Sans SC"/>
                <a:cs typeface="Source Han Sans SC"/>
              </a:defRPr>
            </a:pPr>
            <a:r>
              <a:rPr sz="2625" b="0">
                <a:solidFill>
                  <a:srgbClr val="EFF5EE"/>
                </a:solidFill>
                <a:latin typeface="Source Han Sans SC"/>
                <a:ea typeface="Source Han Sans SC"/>
                <a:cs typeface="Source Han Sans SC"/>
              </a:rPr>
              <a:t>Open source × Developers</a:t>
            </a:r>
          </a:p>
        </p:txBody>
      </p:sp>
      <p:sp>
        <p:nvSpPr>
          <p:cNvPr id="25" name="text-303">
            <a:extLst xmlns:a="http://schemas.openxmlformats.org/drawingml/2006/main">
              <a:ext uri="{FF2B5EF4-FFF2-40B4-BE49-F238E27FC236}">
                <a16:creationId xmlns:a16="http://schemas.microsoft.com/office/drawing/2014/main" id="{19348AEA-86A0-4C77-B328-ABC0A1F3C5DA}"/>
              </a:ext>
            </a:extLst>
          </p:cNvPr>
          <p:cNvSpPr>
            <a:spLocks xmlns:a="http://schemas.openxmlformats.org/drawingml/2006/main" noGrp="1"/>
          </p:cNvSpPr>
          <p:nvPr/>
        </p:nvSpPr>
        <p:spPr>
          <a:xfrm xmlns:a="http://schemas.openxmlformats.org/drawingml/2006/main">
            <a:off x="933450" y="55435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AFC5B6"/>
                </a:solidFill>
                <a:latin typeface="Source Han Sans SC"/>
                <a:ea typeface="Source Han Sans SC"/>
                <a:cs typeface="Source Han Sans SC"/>
              </a:defRPr>
            </a:defPPr>
          </a:lstStyle>
          <a:p xmlns:a="http://schemas.openxmlformats.org/drawingml/2006/main">
            <a:pPr algn="ctr">
              <a:buNone/>
              <a:defRPr sz="1725" b="0">
                <a:solidFill>
                  <a:srgbClr val="AFC5B6"/>
                </a:solidFill>
                <a:latin typeface="Source Han Sans SC"/>
                <a:ea typeface="Source Han Sans SC"/>
                <a:cs typeface="Source Han Sans SC"/>
              </a:defRPr>
            </a:pPr>
            <a:r>
              <a:rPr sz="1725" b="0">
                <a:solidFill>
                  <a:srgbClr val="AFC5B6"/>
                </a:solidFill>
                <a:latin typeface="Source Han Sans SC"/>
                <a:ea typeface="Source Han Sans SC"/>
                <a:cs typeface="Source Han Sans SC"/>
              </a:rPr>
              <a:t>Lower barriers. Expand creativity.</a:t>
            </a:r>
          </a:p>
        </p:txBody>
      </p:sp>
      <p:cxnSp>
        <p:nvCxnSpPr>
          <p:cNvPr id="26" name="arrow-304">
            <a:extLst xmlns:a="http://schemas.openxmlformats.org/drawingml/2006/main">
              <a:ext uri="{FF2B5EF4-FFF2-40B4-BE49-F238E27FC236}">
                <a16:creationId xmlns:a16="http://schemas.microsoft.com/office/drawing/2014/main" id="{93AB302F-A3B4-436B-8549-571422317DD0}"/>
              </a:ext>
            </a:extLst>
          </p:cNvPr>
          <p:cNvCxnSpPr/>
          <p:nvPr/>
        </p:nvCxnSpPr>
        <p:spPr>
          <a:xfrm xmlns:a="http://schemas.openxmlformats.org/drawingml/2006/main">
            <a:off x="5695950" y="5095875"/>
            <a:ext cx="638175" cy="0"/>
          </a:xfrm>
          <a:prstGeom xmlns:a="http://schemas.openxmlformats.org/drawingml/2006/main" prst="straightConnector1">
            <a:avLst/>
          </a:prstGeom>
          <a:ln xmlns:a="http://schemas.openxmlformats.org/drawingml/2006/main" w="19050">
            <a:solidFill>
              <a:srgbClr val="C8DDA8"/>
            </a:solidFill>
            <a:tailEnd type="triangle" w="med" len="med"/>
          </a:ln>
        </p:spPr>
      </p:cxnSp>
      <p:sp>
        <p:nvSpPr>
          <p:cNvPr id="27" name="panel-305">
            <a:extLst xmlns:a="http://schemas.openxmlformats.org/drawingml/2006/main">
              <a:ext uri="{FF2B5EF4-FFF2-40B4-BE49-F238E27FC236}">
                <a16:creationId xmlns:a16="http://schemas.microsoft.com/office/drawing/2014/main" id="{A179BDBB-02E5-4E6C-A9FD-4248B51090F5}"/>
              </a:ext>
            </a:extLst>
          </p:cNvPr>
          <p:cNvSpPr>
            <a:spLocks xmlns:a="http://schemas.openxmlformats.org/drawingml/2006/main" noGrp="1"/>
          </p:cNvSpPr>
          <p:nvPr/>
        </p:nvSpPr>
        <p:spPr>
          <a:xfrm xmlns:a="http://schemas.openxmlformats.org/drawingml/2006/main">
            <a:off x="6534150" y="4124325"/>
            <a:ext cx="8020050" cy="1933575"/>
          </a:xfrm>
          <a:prstGeom xmlns:a="http://schemas.openxmlformats.org/drawingml/2006/main" prst="roundRect">
            <a:avLst>
              <a:gd name="adj" fmla="val 2956"/>
            </a:avLst>
          </a:prstGeom>
          <a:solidFill xmlns:a="http://schemas.openxmlformats.org/drawingml/2006/main">
            <a:srgbClr val="18362C"/>
          </a:solidFill>
          <a:ln xmlns:a="http://schemas.openxmlformats.org/drawingml/2006/main" w="9525">
            <a:solidFill>
              <a:srgbClr val="3B5949"/>
            </a:solidFill>
            <a:prstDash val="solid"/>
          </a:ln>
        </p:spPr>
      </p:sp>
      <p:sp>
        <p:nvSpPr>
          <p:cNvPr id="28" name="text-306">
            <a:extLst xmlns:a="http://schemas.openxmlformats.org/drawingml/2006/main">
              <a:ext uri="{FF2B5EF4-FFF2-40B4-BE49-F238E27FC236}">
                <a16:creationId xmlns:a16="http://schemas.microsoft.com/office/drawing/2014/main" id="{34B4C92C-BA4C-446C-BED8-E3357E298066}"/>
              </a:ext>
            </a:extLst>
          </p:cNvPr>
          <p:cNvSpPr>
            <a:spLocks xmlns:a="http://schemas.openxmlformats.org/drawingml/2006/main" noGrp="1"/>
          </p:cNvSpPr>
          <p:nvPr/>
        </p:nvSpPr>
        <p:spPr>
          <a:xfrm xmlns:a="http://schemas.openxmlformats.org/drawingml/2006/main">
            <a:off x="8915400" y="4210050"/>
            <a:ext cx="34671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AFC5B6"/>
                </a:solidFill>
                <a:latin typeface="Source Han Sans SC"/>
                <a:ea typeface="Source Han Sans SC"/>
                <a:cs typeface="Source Han Sans SC"/>
              </a:defRPr>
            </a:defPPr>
          </a:lstStyle>
          <a:p xmlns:a="http://schemas.openxmlformats.org/drawingml/2006/main">
            <a:pPr algn="ctr">
              <a:buNone/>
              <a:defRPr sz="1425" b="0">
                <a:solidFill>
                  <a:srgbClr val="AFC5B6"/>
                </a:solidFill>
                <a:latin typeface="Source Han Sans SC"/>
                <a:ea typeface="Source Han Sans SC"/>
                <a:cs typeface="Source Han Sans SC"/>
              </a:defRPr>
            </a:pPr>
            <a:r>
              <a:rPr sz="1425" b="0">
                <a:solidFill>
                  <a:srgbClr val="AFC5B6"/>
                </a:solidFill>
                <a:latin typeface="Source Han Sans SC"/>
                <a:ea typeface="Source Han Sans SC"/>
                <a:cs typeface="Source Han Sans SC"/>
              </a:rPr>
              <a:t>04 / TWO CYCLES</a:t>
            </a:r>
          </a:p>
        </p:txBody>
      </p:sp>
      <p:sp>
        <p:nvSpPr>
          <p:cNvPr id="29" name="shape-307">
            <a:extLst xmlns:a="http://schemas.openxmlformats.org/drawingml/2006/main">
              <a:ext uri="{FF2B5EF4-FFF2-40B4-BE49-F238E27FC236}">
                <a16:creationId xmlns:a16="http://schemas.microsoft.com/office/drawing/2014/main" id="{A0BA9CCF-093E-4D1A-B4DE-FAF101C5240C}"/>
              </a:ext>
            </a:extLst>
          </p:cNvPr>
          <p:cNvSpPr>
            <a:spLocks xmlns:a="http://schemas.openxmlformats.org/drawingml/2006/main" noGrp="1"/>
          </p:cNvSpPr>
          <p:nvPr/>
        </p:nvSpPr>
        <p:spPr>
          <a:xfrm xmlns:a="http://schemas.openxmlformats.org/drawingml/2006/main">
            <a:off x="8191500" y="4591050"/>
            <a:ext cx="1181100" cy="1181100"/>
          </a:xfrm>
          <a:prstGeom xmlns:a="http://schemas.openxmlformats.org/drawingml/2006/main" prst="ellipse">
            <a:avLst/>
          </a:prstGeom>
          <a:noFill xmlns:a="http://schemas.openxmlformats.org/drawingml/2006/main"/>
          <a:ln xmlns:a="http://schemas.openxmlformats.org/drawingml/2006/main" w="20003">
            <a:solidFill>
              <a:srgbClr val="B9D98D"/>
            </a:solidFill>
            <a:prstDash val="solid"/>
          </a:ln>
        </p:spPr>
      </p:sp>
      <p:cxnSp>
        <p:nvCxnSpPr>
          <p:cNvPr id="30" name="clockwise-308">
            <a:extLst xmlns:a="http://schemas.openxmlformats.org/drawingml/2006/main">
              <a:ext uri="{FF2B5EF4-FFF2-40B4-BE49-F238E27FC236}">
                <a16:creationId xmlns:a16="http://schemas.microsoft.com/office/drawing/2014/main" id="{A58543C0-6F47-4767-8E6D-2FDFBD53F4C2}"/>
              </a:ext>
            </a:extLst>
          </p:cNvPr>
          <p:cNvCxnSpPr/>
          <p:nvPr/>
        </p:nvCxnSpPr>
        <p:spPr>
          <a:xfrm xmlns:a="http://schemas.openxmlformats.org/drawingml/2006/main" rot="2700000">
            <a:off x="9132957" y="4764018"/>
            <a:ext cx="133350" cy="0"/>
          </a:xfrm>
          <a:prstGeom xmlns:a="http://schemas.openxmlformats.org/drawingml/2006/main" prst="straightConnector1">
            <a:avLst/>
          </a:prstGeom>
          <a:ln xmlns:a="http://schemas.openxmlformats.org/drawingml/2006/main" w="22860">
            <a:solidFill>
              <a:srgbClr val="B9D98D"/>
            </a:solidFill>
            <a:tailEnd type="triangle" w="med" len="med"/>
          </a:ln>
        </p:spPr>
      </p:cxnSp>
      <p:cxnSp>
        <p:nvCxnSpPr>
          <p:cNvPr id="31" name="clockwise-309">
            <a:extLst xmlns:a="http://schemas.openxmlformats.org/drawingml/2006/main">
              <a:ext uri="{FF2B5EF4-FFF2-40B4-BE49-F238E27FC236}">
                <a16:creationId xmlns:a16="http://schemas.microsoft.com/office/drawing/2014/main" id="{C830D701-A153-4F95-A785-5AF9A408F7BD}"/>
              </a:ext>
            </a:extLst>
          </p:cNvPr>
          <p:cNvCxnSpPr/>
          <p:nvPr/>
        </p:nvCxnSpPr>
        <p:spPr>
          <a:xfrm xmlns:a="http://schemas.openxmlformats.org/drawingml/2006/main" rot="8100000">
            <a:off x="9132957" y="5599182"/>
            <a:ext cx="133350" cy="0"/>
          </a:xfrm>
          <a:prstGeom xmlns:a="http://schemas.openxmlformats.org/drawingml/2006/main" prst="straightConnector1">
            <a:avLst/>
          </a:prstGeom>
          <a:ln xmlns:a="http://schemas.openxmlformats.org/drawingml/2006/main" w="22860">
            <a:solidFill>
              <a:srgbClr val="B9D98D"/>
            </a:solidFill>
            <a:tailEnd type="triangle" w="med" len="med"/>
          </a:ln>
        </p:spPr>
      </p:cxnSp>
      <p:cxnSp>
        <p:nvCxnSpPr>
          <p:cNvPr id="32" name="clockwise-310">
            <a:extLst xmlns:a="http://schemas.openxmlformats.org/drawingml/2006/main">
              <a:ext uri="{FF2B5EF4-FFF2-40B4-BE49-F238E27FC236}">
                <a16:creationId xmlns:a16="http://schemas.microsoft.com/office/drawing/2014/main" id="{30A72CE8-C806-40F3-8CEC-AB3F59B966F6}"/>
              </a:ext>
            </a:extLst>
          </p:cNvPr>
          <p:cNvCxnSpPr/>
          <p:nvPr/>
        </p:nvCxnSpPr>
        <p:spPr>
          <a:xfrm xmlns:a="http://schemas.openxmlformats.org/drawingml/2006/main" rot="13500000">
            <a:off x="8297793" y="5599182"/>
            <a:ext cx="133350" cy="0"/>
          </a:xfrm>
          <a:prstGeom xmlns:a="http://schemas.openxmlformats.org/drawingml/2006/main" prst="straightConnector1">
            <a:avLst/>
          </a:prstGeom>
          <a:ln xmlns:a="http://schemas.openxmlformats.org/drawingml/2006/main" w="22860">
            <a:solidFill>
              <a:srgbClr val="B9D98D"/>
            </a:solidFill>
            <a:tailEnd type="triangle" w="med" len="med"/>
          </a:ln>
        </p:spPr>
      </p:cxnSp>
      <p:cxnSp>
        <p:nvCxnSpPr>
          <p:cNvPr id="33" name="clockwise-311">
            <a:extLst xmlns:a="http://schemas.openxmlformats.org/drawingml/2006/main">
              <a:ext uri="{FF2B5EF4-FFF2-40B4-BE49-F238E27FC236}">
                <a16:creationId xmlns:a16="http://schemas.microsoft.com/office/drawing/2014/main" id="{2372713B-E3E2-4D1B-947B-63D784937231}"/>
              </a:ext>
            </a:extLst>
          </p:cNvPr>
          <p:cNvCxnSpPr/>
          <p:nvPr/>
        </p:nvCxnSpPr>
        <p:spPr>
          <a:xfrm xmlns:a="http://schemas.openxmlformats.org/drawingml/2006/main" rot="18900000">
            <a:off x="8297793" y="4764018"/>
            <a:ext cx="133350" cy="0"/>
          </a:xfrm>
          <a:prstGeom xmlns:a="http://schemas.openxmlformats.org/drawingml/2006/main" prst="straightConnector1">
            <a:avLst/>
          </a:prstGeom>
          <a:ln xmlns:a="http://schemas.openxmlformats.org/drawingml/2006/main" w="22860">
            <a:solidFill>
              <a:srgbClr val="B9D98D"/>
            </a:solidFill>
            <a:tailEnd type="triangle" w="med" len="med"/>
          </a:ln>
        </p:spPr>
      </p:cxnSp>
      <p:sp>
        <p:nvSpPr>
          <p:cNvPr id="34" name="shape-312">
            <a:extLst xmlns:a="http://schemas.openxmlformats.org/drawingml/2006/main">
              <a:ext uri="{FF2B5EF4-FFF2-40B4-BE49-F238E27FC236}">
                <a16:creationId xmlns:a16="http://schemas.microsoft.com/office/drawing/2014/main" id="{66E8C065-B22E-457A-B48D-907BDF72ABE4}"/>
              </a:ext>
            </a:extLst>
          </p:cNvPr>
          <p:cNvSpPr>
            <a:spLocks xmlns:a="http://schemas.openxmlformats.org/drawingml/2006/main" noGrp="1"/>
          </p:cNvSpPr>
          <p:nvPr/>
        </p:nvSpPr>
        <p:spPr>
          <a:xfrm xmlns:a="http://schemas.openxmlformats.org/drawingml/2006/main">
            <a:off x="11868150" y="4591050"/>
            <a:ext cx="1181100" cy="1181100"/>
          </a:xfrm>
          <a:prstGeom xmlns:a="http://schemas.openxmlformats.org/drawingml/2006/main" prst="ellipse">
            <a:avLst/>
          </a:prstGeom>
          <a:noFill xmlns:a="http://schemas.openxmlformats.org/drawingml/2006/main"/>
          <a:ln xmlns:a="http://schemas.openxmlformats.org/drawingml/2006/main" w="20003">
            <a:solidFill>
              <a:srgbClr val="B9D98D"/>
            </a:solidFill>
            <a:prstDash val="solid"/>
          </a:ln>
        </p:spPr>
      </p:sp>
      <p:cxnSp>
        <p:nvCxnSpPr>
          <p:cNvPr id="35" name="clockwise-313">
            <a:extLst xmlns:a="http://schemas.openxmlformats.org/drawingml/2006/main">
              <a:ext uri="{FF2B5EF4-FFF2-40B4-BE49-F238E27FC236}">
                <a16:creationId xmlns:a16="http://schemas.microsoft.com/office/drawing/2014/main" id="{3AEA3373-2139-4953-91EB-3E823C160B79}"/>
              </a:ext>
            </a:extLst>
          </p:cNvPr>
          <p:cNvCxnSpPr/>
          <p:nvPr/>
        </p:nvCxnSpPr>
        <p:spPr>
          <a:xfrm xmlns:a="http://schemas.openxmlformats.org/drawingml/2006/main" rot="2700000">
            <a:off x="12809607" y="4764018"/>
            <a:ext cx="133350" cy="0"/>
          </a:xfrm>
          <a:prstGeom xmlns:a="http://schemas.openxmlformats.org/drawingml/2006/main" prst="straightConnector1">
            <a:avLst/>
          </a:prstGeom>
          <a:ln xmlns:a="http://schemas.openxmlformats.org/drawingml/2006/main" w="22860">
            <a:solidFill>
              <a:srgbClr val="B9D98D"/>
            </a:solidFill>
            <a:tailEnd type="triangle" w="med" len="med"/>
          </a:ln>
        </p:spPr>
      </p:cxnSp>
      <p:cxnSp>
        <p:nvCxnSpPr>
          <p:cNvPr id="36" name="clockwise-314">
            <a:extLst xmlns:a="http://schemas.openxmlformats.org/drawingml/2006/main">
              <a:ext uri="{FF2B5EF4-FFF2-40B4-BE49-F238E27FC236}">
                <a16:creationId xmlns:a16="http://schemas.microsoft.com/office/drawing/2014/main" id="{D40AA45A-FDDF-420C-B33F-770210751C29}"/>
              </a:ext>
            </a:extLst>
          </p:cNvPr>
          <p:cNvCxnSpPr/>
          <p:nvPr/>
        </p:nvCxnSpPr>
        <p:spPr>
          <a:xfrm xmlns:a="http://schemas.openxmlformats.org/drawingml/2006/main" rot="8100000">
            <a:off x="12809607" y="5599182"/>
            <a:ext cx="133350" cy="0"/>
          </a:xfrm>
          <a:prstGeom xmlns:a="http://schemas.openxmlformats.org/drawingml/2006/main" prst="straightConnector1">
            <a:avLst/>
          </a:prstGeom>
          <a:ln xmlns:a="http://schemas.openxmlformats.org/drawingml/2006/main" w="22860">
            <a:solidFill>
              <a:srgbClr val="B9D98D"/>
            </a:solidFill>
            <a:tailEnd type="triangle" w="med" len="med"/>
          </a:ln>
        </p:spPr>
      </p:cxnSp>
      <p:cxnSp>
        <p:nvCxnSpPr>
          <p:cNvPr id="37" name="clockwise-315">
            <a:extLst xmlns:a="http://schemas.openxmlformats.org/drawingml/2006/main">
              <a:ext uri="{FF2B5EF4-FFF2-40B4-BE49-F238E27FC236}">
                <a16:creationId xmlns:a16="http://schemas.microsoft.com/office/drawing/2014/main" id="{06C734F7-066A-4A85-8ED0-6148B4E6B394}"/>
              </a:ext>
            </a:extLst>
          </p:cNvPr>
          <p:cNvCxnSpPr/>
          <p:nvPr/>
        </p:nvCxnSpPr>
        <p:spPr>
          <a:xfrm xmlns:a="http://schemas.openxmlformats.org/drawingml/2006/main" rot="13500000">
            <a:off x="11974443" y="5599182"/>
            <a:ext cx="133350" cy="0"/>
          </a:xfrm>
          <a:prstGeom xmlns:a="http://schemas.openxmlformats.org/drawingml/2006/main" prst="straightConnector1">
            <a:avLst/>
          </a:prstGeom>
          <a:ln xmlns:a="http://schemas.openxmlformats.org/drawingml/2006/main" w="22860">
            <a:solidFill>
              <a:srgbClr val="B9D98D"/>
            </a:solidFill>
            <a:tailEnd type="triangle" w="med" len="med"/>
          </a:ln>
        </p:spPr>
      </p:cxnSp>
      <p:cxnSp>
        <p:nvCxnSpPr>
          <p:cNvPr id="38" name="clockwise-316">
            <a:extLst xmlns:a="http://schemas.openxmlformats.org/drawingml/2006/main">
              <a:ext uri="{FF2B5EF4-FFF2-40B4-BE49-F238E27FC236}">
                <a16:creationId xmlns:a16="http://schemas.microsoft.com/office/drawing/2014/main" id="{BFA173B0-173C-48D0-881C-5FEBA33C354D}"/>
              </a:ext>
            </a:extLst>
          </p:cNvPr>
          <p:cNvCxnSpPr/>
          <p:nvPr/>
        </p:nvCxnSpPr>
        <p:spPr>
          <a:xfrm xmlns:a="http://schemas.openxmlformats.org/drawingml/2006/main" rot="18900000">
            <a:off x="11974443" y="4764018"/>
            <a:ext cx="133350" cy="0"/>
          </a:xfrm>
          <a:prstGeom xmlns:a="http://schemas.openxmlformats.org/drawingml/2006/main" prst="straightConnector1">
            <a:avLst/>
          </a:prstGeom>
          <a:ln xmlns:a="http://schemas.openxmlformats.org/drawingml/2006/main" w="22860">
            <a:solidFill>
              <a:srgbClr val="B9D98D"/>
            </a:solidFill>
            <a:tailEnd type="triangle" w="med" len="med"/>
          </a:ln>
        </p:spPr>
      </p:cxnSp>
      <p:sp>
        <p:nvSpPr>
          <p:cNvPr id="39" name="text-317">
            <a:extLst xmlns:a="http://schemas.openxmlformats.org/drawingml/2006/main">
              <a:ext uri="{FF2B5EF4-FFF2-40B4-BE49-F238E27FC236}">
                <a16:creationId xmlns:a16="http://schemas.microsoft.com/office/drawing/2014/main" id="{AFA67AD7-5E66-4349-9432-E915776C6A2F}"/>
              </a:ext>
            </a:extLst>
          </p:cNvPr>
          <p:cNvSpPr>
            <a:spLocks xmlns:a="http://schemas.openxmlformats.org/drawingml/2006/main" noGrp="1"/>
          </p:cNvSpPr>
          <p:nvPr/>
        </p:nvSpPr>
        <p:spPr>
          <a:xfrm xmlns:a="http://schemas.openxmlformats.org/drawingml/2006/main">
            <a:off x="8191500" y="4810125"/>
            <a:ext cx="1181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513" b="1">
                <a:solidFill>
                  <a:srgbClr val="EFF5EE"/>
                </a:solidFill>
                <a:latin typeface="Source Han Sans SC"/>
                <a:ea typeface="Source Han Sans SC"/>
                <a:cs typeface="Source Han Sans SC"/>
              </a:defRPr>
            </a:defPPr>
          </a:lstStyle>
          <a:p xmlns:a="http://schemas.openxmlformats.org/drawingml/2006/main">
            <a:pPr algn="ctr">
              <a:buNone/>
              <a:defRPr sz="2513" b="1">
                <a:solidFill>
                  <a:srgbClr val="EFF5EE"/>
                </a:solidFill>
                <a:latin typeface="Source Han Sans SC"/>
                <a:ea typeface="Source Han Sans SC"/>
                <a:cs typeface="Source Han Sans SC"/>
              </a:defRPr>
            </a:pPr>
            <a:r>
              <a:rPr sz="2513" b="1">
                <a:solidFill>
                  <a:srgbClr val="EFF5EE"/>
                </a:solidFill>
                <a:latin typeface="Source Han Sans SC"/>
                <a:ea typeface="Source Han Sans SC"/>
                <a:cs typeface="Source Han Sans SC"/>
              </a:rPr>
              <a:t>Growth</a:t>
            </a:r>
          </a:p>
        </p:txBody>
      </p:sp>
      <p:sp>
        <p:nvSpPr>
          <p:cNvPr id="40" name="text-318">
            <a:extLst xmlns:a="http://schemas.openxmlformats.org/drawingml/2006/main">
              <a:ext uri="{FF2B5EF4-FFF2-40B4-BE49-F238E27FC236}">
                <a16:creationId xmlns:a16="http://schemas.microsoft.com/office/drawing/2014/main" id="{55994D0B-49B4-4DC2-944A-E46DC5E2685A}"/>
              </a:ext>
            </a:extLst>
          </p:cNvPr>
          <p:cNvSpPr>
            <a:spLocks xmlns:a="http://schemas.openxmlformats.org/drawingml/2006/main" noGrp="1"/>
          </p:cNvSpPr>
          <p:nvPr/>
        </p:nvSpPr>
        <p:spPr>
          <a:xfrm xmlns:a="http://schemas.openxmlformats.org/drawingml/2006/main">
            <a:off x="8124825" y="533400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AFC5B6"/>
                </a:solidFill>
                <a:latin typeface="Source Han Sans SC"/>
                <a:ea typeface="Source Han Sans SC"/>
                <a:cs typeface="Source Han Sans SC"/>
              </a:defRPr>
            </a:defPPr>
          </a:lstStyle>
          <a:p xmlns:a="http://schemas.openxmlformats.org/drawingml/2006/main">
            <a:pPr algn="ctr">
              <a:buNone/>
              <a:defRPr sz="1275" b="0">
                <a:solidFill>
                  <a:srgbClr val="AFC5B6"/>
                </a:solidFill>
                <a:latin typeface="Source Han Sans SC"/>
                <a:ea typeface="Source Han Sans SC"/>
                <a:cs typeface="Source Han Sans SC"/>
              </a:defRPr>
            </a:pPr>
            <a:r>
              <a:rPr sz="1275" b="0">
                <a:solidFill>
                  <a:srgbClr val="AFC5B6"/>
                </a:solidFill>
                <a:latin typeface="Source Han Sans SC"/>
                <a:ea typeface="Source Han Sans SC"/>
                <a:cs typeface="Source Han Sans SC"/>
              </a:rPr>
              <a:t>Public value</a:t>
            </a:r>
          </a:p>
        </p:txBody>
      </p:sp>
      <p:sp>
        <p:nvSpPr>
          <p:cNvPr id="41" name="text-319">
            <a:extLst xmlns:a="http://schemas.openxmlformats.org/drawingml/2006/main">
              <a:ext uri="{FF2B5EF4-FFF2-40B4-BE49-F238E27FC236}">
                <a16:creationId xmlns:a16="http://schemas.microsoft.com/office/drawing/2014/main" id="{EBFCF4E1-34B8-44BB-B70A-FDF5A091FA38}"/>
              </a:ext>
            </a:extLst>
          </p:cNvPr>
          <p:cNvSpPr>
            <a:spLocks xmlns:a="http://schemas.openxmlformats.org/drawingml/2006/main" noGrp="1"/>
          </p:cNvSpPr>
          <p:nvPr/>
        </p:nvSpPr>
        <p:spPr>
          <a:xfrm xmlns:a="http://schemas.openxmlformats.org/drawingml/2006/main">
            <a:off x="11868150" y="4810125"/>
            <a:ext cx="1181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EFF5EE"/>
                </a:solidFill>
                <a:latin typeface="Source Han Sans SC"/>
                <a:ea typeface="Source Han Sans SC"/>
                <a:cs typeface="Source Han Sans SC"/>
              </a:defRPr>
            </a:defPPr>
          </a:lstStyle>
          <a:p xmlns:a="http://schemas.openxmlformats.org/drawingml/2006/main">
            <a:pPr algn="ctr">
              <a:buNone/>
              <a:defRPr sz="1800" b="1">
                <a:solidFill>
                  <a:srgbClr val="EFF5EE"/>
                </a:solidFill>
                <a:latin typeface="Source Han Sans SC"/>
                <a:ea typeface="Source Han Sans SC"/>
                <a:cs typeface="Source Han Sans SC"/>
              </a:defRPr>
            </a:pPr>
            <a:r>
              <a:rPr sz="1800" b="1">
                <a:solidFill>
                  <a:srgbClr val="EFF5EE"/>
                </a:solidFill>
                <a:latin typeface="Source Han Sans SC"/>
                <a:ea typeface="Source Han Sans SC"/>
                <a:cs typeface="Source Han Sans SC"/>
              </a:rPr>
              <a:t>Resources</a:t>
            </a:r>
          </a:p>
        </p:txBody>
      </p:sp>
      <p:sp>
        <p:nvSpPr>
          <p:cNvPr id="42" name="text-320">
            <a:extLst xmlns:a="http://schemas.openxmlformats.org/drawingml/2006/main">
              <a:ext uri="{FF2B5EF4-FFF2-40B4-BE49-F238E27FC236}">
                <a16:creationId xmlns:a16="http://schemas.microsoft.com/office/drawing/2014/main" id="{9F700277-CB3D-42FB-816C-760089A964CF}"/>
              </a:ext>
            </a:extLst>
          </p:cNvPr>
          <p:cNvSpPr>
            <a:spLocks xmlns:a="http://schemas.openxmlformats.org/drawingml/2006/main" noGrp="1"/>
          </p:cNvSpPr>
          <p:nvPr/>
        </p:nvSpPr>
        <p:spPr>
          <a:xfrm xmlns:a="http://schemas.openxmlformats.org/drawingml/2006/main">
            <a:off x="11801475" y="533400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125" b="0">
                <a:solidFill>
                  <a:srgbClr val="AFC5B6"/>
                </a:solidFill>
                <a:latin typeface="Source Han Sans SC"/>
                <a:ea typeface="Source Han Sans SC"/>
                <a:cs typeface="Source Han Sans SC"/>
              </a:defRPr>
            </a:defPPr>
          </a:lstStyle>
          <a:p xmlns:a="http://schemas.openxmlformats.org/drawingml/2006/main">
            <a:pPr algn="ctr">
              <a:buNone/>
              <a:defRPr sz="1125" b="0">
                <a:solidFill>
                  <a:srgbClr val="AFC5B6"/>
                </a:solidFill>
                <a:latin typeface="Source Han Sans SC"/>
                <a:ea typeface="Source Han Sans SC"/>
                <a:cs typeface="Source Han Sans SC"/>
              </a:defRPr>
            </a:pPr>
            <a:r>
              <a:rPr sz="1125" b="0">
                <a:solidFill>
                  <a:srgbClr val="AFC5B6"/>
                </a:solidFill>
                <a:latin typeface="Source Han Sans SC"/>
                <a:ea typeface="Source Han Sans SC"/>
                <a:cs typeface="Source Han Sans SC"/>
              </a:rPr>
              <a:t>Sustained practice</a:t>
            </a:r>
          </a:p>
        </p:txBody>
      </p:sp>
      <p:sp>
        <p:nvSpPr>
          <p:cNvPr id="43" name="text-321">
            <a:extLst xmlns:a="http://schemas.openxmlformats.org/drawingml/2006/main">
              <a:ext uri="{FF2B5EF4-FFF2-40B4-BE49-F238E27FC236}">
                <a16:creationId xmlns:a16="http://schemas.microsoft.com/office/drawing/2014/main" id="{3C1718B7-A659-4FDD-9755-DC71434EF7B9}"/>
              </a:ext>
            </a:extLst>
          </p:cNvPr>
          <p:cNvSpPr>
            <a:spLocks xmlns:a="http://schemas.openxmlformats.org/drawingml/2006/main" noGrp="1"/>
          </p:cNvSpPr>
          <p:nvPr/>
        </p:nvSpPr>
        <p:spPr>
          <a:xfrm xmlns:a="http://schemas.openxmlformats.org/drawingml/2006/main">
            <a:off x="9906000" y="4610100"/>
            <a:ext cx="1428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AFC5B6"/>
                </a:solidFill>
                <a:latin typeface="Source Han Sans SC"/>
                <a:ea typeface="Source Han Sans SC"/>
                <a:cs typeface="Source Han Sans SC"/>
              </a:defRPr>
            </a:defPPr>
          </a:lstStyle>
          <a:p xmlns:a="http://schemas.openxmlformats.org/drawingml/2006/main">
            <a:pPr algn="ctr">
              <a:buNone/>
              <a:defRPr sz="1350" b="0">
                <a:solidFill>
                  <a:srgbClr val="AFC5B6"/>
                </a:solidFill>
                <a:latin typeface="Source Han Sans SC"/>
                <a:ea typeface="Source Han Sans SC"/>
                <a:cs typeface="Source Han Sans SC"/>
              </a:defRPr>
            </a:pPr>
            <a:r>
              <a:rPr sz="1350" b="0">
                <a:solidFill>
                  <a:srgbClr val="AFC5B6"/>
                </a:solidFill>
                <a:latin typeface="Source Han Sans SC"/>
                <a:ea typeface="Source Han Sans SC"/>
                <a:cs typeface="Source Han Sans SC"/>
              </a:rPr>
              <a:t>Value</a:t>
            </a:r>
          </a:p>
        </p:txBody>
      </p:sp>
      <p:cxnSp>
        <p:nvCxnSpPr>
          <p:cNvPr id="44" name="arrow-322">
            <a:extLst xmlns:a="http://schemas.openxmlformats.org/drawingml/2006/main">
              <a:ext uri="{FF2B5EF4-FFF2-40B4-BE49-F238E27FC236}">
                <a16:creationId xmlns:a16="http://schemas.microsoft.com/office/drawing/2014/main" id="{6E3C4263-1F10-405E-8745-0313B18F74CB}"/>
              </a:ext>
            </a:extLst>
          </p:cNvPr>
          <p:cNvCxnSpPr/>
          <p:nvPr/>
        </p:nvCxnSpPr>
        <p:spPr>
          <a:xfrm xmlns:a="http://schemas.openxmlformats.org/drawingml/2006/main">
            <a:off x="9953625" y="4991100"/>
            <a:ext cx="1285875" cy="0"/>
          </a:xfrm>
          <a:prstGeom xmlns:a="http://schemas.openxmlformats.org/drawingml/2006/main" prst="straightConnector1">
            <a:avLst/>
          </a:prstGeom>
          <a:ln xmlns:a="http://schemas.openxmlformats.org/drawingml/2006/main" w="16193">
            <a:solidFill>
              <a:srgbClr val="C8DDA8"/>
            </a:solidFill>
            <a:tailEnd type="triangle" w="med" len="med"/>
          </a:ln>
        </p:spPr>
      </p:cxnSp>
      <p:cxnSp>
        <p:nvCxnSpPr>
          <p:cNvPr id="45" name="arrow-323">
            <a:extLst xmlns:a="http://schemas.openxmlformats.org/drawingml/2006/main">
              <a:ext uri="{FF2B5EF4-FFF2-40B4-BE49-F238E27FC236}">
                <a16:creationId xmlns:a16="http://schemas.microsoft.com/office/drawing/2014/main" id="{0C0CF8FB-D007-4EFA-A4F2-681E75FC00FD}"/>
              </a:ext>
            </a:extLst>
          </p:cNvPr>
          <p:cNvCxnSpPr/>
          <p:nvPr/>
        </p:nvCxnSpPr>
        <p:spPr>
          <a:xfrm xmlns:a="http://schemas.openxmlformats.org/drawingml/2006/main">
            <a:off x="9953625" y="5429250"/>
            <a:ext cx="1285875" cy="0"/>
          </a:xfrm>
          <a:prstGeom xmlns:a="http://schemas.openxmlformats.org/drawingml/2006/main" prst="straightConnector1">
            <a:avLst/>
          </a:prstGeom>
          <a:ln xmlns:a="http://schemas.openxmlformats.org/drawingml/2006/main" w="16193">
            <a:solidFill>
              <a:srgbClr val="C8DDA8"/>
            </a:solidFill>
            <a:headEnd type="triangle" w="med" len="med"/>
          </a:ln>
        </p:spPr>
      </p:cxnSp>
      <p:sp>
        <p:nvSpPr>
          <p:cNvPr id="46" name="text-324">
            <a:extLst xmlns:a="http://schemas.openxmlformats.org/drawingml/2006/main">
              <a:ext uri="{FF2B5EF4-FFF2-40B4-BE49-F238E27FC236}">
                <a16:creationId xmlns:a16="http://schemas.microsoft.com/office/drawing/2014/main" id="{97BAF78D-C723-415C-949C-19DFA900C914}"/>
              </a:ext>
            </a:extLst>
          </p:cNvPr>
          <p:cNvSpPr>
            <a:spLocks xmlns:a="http://schemas.openxmlformats.org/drawingml/2006/main" noGrp="1"/>
          </p:cNvSpPr>
          <p:nvPr/>
        </p:nvSpPr>
        <p:spPr>
          <a:xfrm xmlns:a="http://schemas.openxmlformats.org/drawingml/2006/main">
            <a:off x="9906000" y="55054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AFC5B6"/>
                </a:solidFill>
                <a:latin typeface="Source Han Sans SC"/>
                <a:ea typeface="Source Han Sans SC"/>
                <a:cs typeface="Source Han Sans SC"/>
              </a:defRPr>
            </a:defPPr>
          </a:lstStyle>
          <a:p xmlns:a="http://schemas.openxmlformats.org/drawingml/2006/main">
            <a:pPr algn="ctr">
              <a:buNone/>
              <a:defRPr sz="1350" b="0">
                <a:solidFill>
                  <a:srgbClr val="AFC5B6"/>
                </a:solidFill>
                <a:latin typeface="Source Han Sans SC"/>
                <a:ea typeface="Source Han Sans SC"/>
                <a:cs typeface="Source Han Sans SC"/>
              </a:defRPr>
            </a:pPr>
            <a:r>
              <a:rPr sz="1350" b="0">
                <a:solidFill>
                  <a:srgbClr val="AFC5B6"/>
                </a:solidFill>
                <a:latin typeface="Source Han Sans SC"/>
                <a:ea typeface="Source Han Sans SC"/>
                <a:cs typeface="Source Han Sans SC"/>
              </a:rPr>
              <a:t>Support</a:t>
            </a:r>
          </a:p>
        </p:txBody>
      </p:sp>
      <p:sp>
        <p:nvSpPr>
          <p:cNvPr id="47" name="text-325">
            <a:extLst xmlns:a="http://schemas.openxmlformats.org/drawingml/2006/main">
              <a:ext uri="{FF2B5EF4-FFF2-40B4-BE49-F238E27FC236}">
                <a16:creationId xmlns:a16="http://schemas.microsoft.com/office/drawing/2014/main" id="{95A00A1A-EDA1-4024-9591-01B8FC03145D}"/>
              </a:ext>
            </a:extLst>
          </p:cNvPr>
          <p:cNvSpPr>
            <a:spLocks xmlns:a="http://schemas.openxmlformats.org/drawingml/2006/main" noGrp="1"/>
          </p:cNvSpPr>
          <p:nvPr/>
        </p:nvSpPr>
        <p:spPr>
          <a:xfrm xmlns:a="http://schemas.openxmlformats.org/drawingml/2006/main">
            <a:off x="6715125" y="6134100"/>
            <a:ext cx="37242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AFC5B6"/>
                </a:solidFill>
                <a:latin typeface="Source Han Sans SC"/>
                <a:ea typeface="Source Han Sans SC"/>
                <a:cs typeface="Source Han Sans SC"/>
              </a:defRPr>
            </a:defPPr>
          </a:lstStyle>
          <a:p xmlns:a="http://schemas.openxmlformats.org/drawingml/2006/main">
            <a:pPr algn="ctr">
              <a:buNone/>
              <a:defRPr sz="1350" b="0">
                <a:solidFill>
                  <a:srgbClr val="AFC5B6"/>
                </a:solidFill>
                <a:latin typeface="Source Han Sans SC"/>
                <a:ea typeface="Source Han Sans SC"/>
                <a:cs typeface="Source Han Sans SC"/>
              </a:defRPr>
            </a:pPr>
            <a:r>
              <a:rPr sz="1350" b="0">
                <a:solidFill>
                  <a:srgbClr val="AFC5B6"/>
                </a:solidFill>
                <a:latin typeface="Source Han Sans SC"/>
                <a:ea typeface="Source Han Sans SC"/>
                <a:cs typeface="Source Han Sans SC"/>
              </a:rPr>
              <a:t>Evaluation informs both cycles ↑</a:t>
            </a:r>
          </a:p>
        </p:txBody>
      </p:sp>
      <p:sp>
        <p:nvSpPr>
          <p:cNvPr id="48" name="text-326">
            <a:extLst xmlns:a="http://schemas.openxmlformats.org/drawingml/2006/main">
              <a:ext uri="{FF2B5EF4-FFF2-40B4-BE49-F238E27FC236}">
                <a16:creationId xmlns:a16="http://schemas.microsoft.com/office/drawing/2014/main" id="{B9A65B71-F98D-4A57-B9D5-343177C0733B}"/>
              </a:ext>
            </a:extLst>
          </p:cNvPr>
          <p:cNvSpPr>
            <a:spLocks xmlns:a="http://schemas.openxmlformats.org/drawingml/2006/main" noGrp="1"/>
          </p:cNvSpPr>
          <p:nvPr/>
        </p:nvSpPr>
        <p:spPr>
          <a:xfrm xmlns:a="http://schemas.openxmlformats.org/drawingml/2006/main">
            <a:off x="10582275" y="6134100"/>
            <a:ext cx="37242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AFC5B6"/>
                </a:solidFill>
                <a:latin typeface="Source Han Sans SC"/>
                <a:ea typeface="Source Han Sans SC"/>
                <a:cs typeface="Source Han Sans SC"/>
              </a:defRPr>
            </a:defPPr>
          </a:lstStyle>
          <a:p xmlns:a="http://schemas.openxmlformats.org/drawingml/2006/main">
            <a:pPr algn="ctr">
              <a:buNone/>
              <a:defRPr sz="1350" b="0">
                <a:solidFill>
                  <a:srgbClr val="AFC5B6"/>
                </a:solidFill>
                <a:latin typeface="Source Han Sans SC"/>
                <a:ea typeface="Source Han Sans SC"/>
                <a:cs typeface="Source Han Sans SC"/>
              </a:defRPr>
            </a:pPr>
            <a:r>
              <a:rPr sz="1350" b="0">
                <a:solidFill>
                  <a:srgbClr val="AFC5B6"/>
                </a:solidFill>
                <a:latin typeface="Source Han Sans SC"/>
                <a:ea typeface="Source Han Sans SC"/>
                <a:cs typeface="Source Han Sans SC"/>
              </a:rPr>
              <a:t>Practice feeds evidence into the core ↓</a:t>
            </a:r>
          </a:p>
        </p:txBody>
      </p:sp>
      <p:sp>
        <p:nvSpPr>
          <p:cNvPr id="49" name="panel-327">
            <a:extLst xmlns:a="http://schemas.openxmlformats.org/drawingml/2006/main">
              <a:ext uri="{FF2B5EF4-FFF2-40B4-BE49-F238E27FC236}">
                <a16:creationId xmlns:a16="http://schemas.microsoft.com/office/drawing/2014/main" id="{B9974869-F0C7-4685-91BE-17B347DA4C82}"/>
              </a:ext>
            </a:extLst>
          </p:cNvPr>
          <p:cNvSpPr>
            <a:spLocks xmlns:a="http://schemas.openxmlformats.org/drawingml/2006/main" noGrp="1"/>
          </p:cNvSpPr>
          <p:nvPr/>
        </p:nvSpPr>
        <p:spPr>
          <a:xfrm xmlns:a="http://schemas.openxmlformats.org/drawingml/2006/main">
            <a:off x="685800" y="6486525"/>
            <a:ext cx="13868400" cy="590550"/>
          </a:xfrm>
          <a:prstGeom xmlns:a="http://schemas.openxmlformats.org/drawingml/2006/main" prst="roundRect">
            <a:avLst>
              <a:gd name="adj" fmla="val 9677"/>
            </a:avLst>
          </a:prstGeom>
          <a:solidFill xmlns:a="http://schemas.openxmlformats.org/drawingml/2006/main">
            <a:srgbClr val="213F30"/>
          </a:solidFill>
          <a:ln xmlns:a="http://schemas.openxmlformats.org/drawingml/2006/main" w="9525">
            <a:solidFill>
              <a:srgbClr val="66815B"/>
            </a:solidFill>
            <a:prstDash val="solid"/>
          </a:ln>
        </p:spPr>
      </p:sp>
      <p:sp>
        <p:nvSpPr>
          <p:cNvPr id="50" name="text-328">
            <a:extLst xmlns:a="http://schemas.openxmlformats.org/drawingml/2006/main">
              <a:ext uri="{FF2B5EF4-FFF2-40B4-BE49-F238E27FC236}">
                <a16:creationId xmlns:a16="http://schemas.microsoft.com/office/drawing/2014/main" id="{3118F185-25A9-4160-851F-30597DEF48BC}"/>
              </a:ext>
            </a:extLst>
          </p:cNvPr>
          <p:cNvSpPr>
            <a:spLocks xmlns:a="http://schemas.openxmlformats.org/drawingml/2006/main" noGrp="1"/>
          </p:cNvSpPr>
          <p:nvPr/>
        </p:nvSpPr>
        <p:spPr>
          <a:xfrm xmlns:a="http://schemas.openxmlformats.org/drawingml/2006/main">
            <a:off x="933450" y="6610350"/>
            <a:ext cx="300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AFC5B6"/>
                </a:solidFill>
                <a:latin typeface="Source Han Sans SC"/>
                <a:ea typeface="Source Han Sans SC"/>
                <a:cs typeface="Source Han Sans SC"/>
              </a:defRPr>
            </a:defPPr>
          </a:lstStyle>
          <a:p xmlns:a="http://schemas.openxmlformats.org/drawingml/2006/main">
            <a:pPr algn="l">
              <a:buNone/>
              <a:defRPr sz="1425" b="0">
                <a:solidFill>
                  <a:srgbClr val="AFC5B6"/>
                </a:solidFill>
                <a:latin typeface="Source Han Sans SC"/>
                <a:ea typeface="Source Han Sans SC"/>
                <a:cs typeface="Source Han Sans SC"/>
              </a:defRPr>
            </a:pPr>
            <a:r>
              <a:rPr sz="1425" b="0">
                <a:solidFill>
                  <a:srgbClr val="AFC5B6"/>
                </a:solidFill>
                <a:latin typeface="Source Han Sans SC"/>
                <a:ea typeface="Source Han Sans SC"/>
                <a:cs typeface="Source Han Sans SC"/>
              </a:rPr>
              <a:t>03 / ONE CORE</a:t>
            </a:r>
          </a:p>
        </p:txBody>
      </p:sp>
      <p:sp>
        <p:nvSpPr>
          <p:cNvPr id="51" name="text-329">
            <a:extLst xmlns:a="http://schemas.openxmlformats.org/drawingml/2006/main">
              <a:ext uri="{FF2B5EF4-FFF2-40B4-BE49-F238E27FC236}">
                <a16:creationId xmlns:a16="http://schemas.microsoft.com/office/drawing/2014/main" id="{E900C9CB-5096-49A5-8BE4-6A7447C1F4CC}"/>
              </a:ext>
            </a:extLst>
          </p:cNvPr>
          <p:cNvSpPr>
            <a:spLocks xmlns:a="http://schemas.openxmlformats.org/drawingml/2006/main" noGrp="1"/>
          </p:cNvSpPr>
          <p:nvPr/>
        </p:nvSpPr>
        <p:spPr>
          <a:xfrm xmlns:a="http://schemas.openxmlformats.org/drawingml/2006/main">
            <a:off x="4524375" y="6572250"/>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D9EABD"/>
                </a:solidFill>
                <a:latin typeface="Source Han Sans SC"/>
                <a:ea typeface="Source Han Sans SC"/>
                <a:cs typeface="Source Han Sans SC"/>
              </a:defRPr>
            </a:defPPr>
          </a:lstStyle>
          <a:p xmlns:a="http://schemas.openxmlformats.org/drawingml/2006/main">
            <a:pPr algn="l">
              <a:buNone/>
              <a:defRPr sz="2175" b="1">
                <a:solidFill>
                  <a:srgbClr val="D9EABD"/>
                </a:solidFill>
                <a:latin typeface="Source Han Sans SC"/>
                <a:ea typeface="Source Han Sans SC"/>
                <a:cs typeface="Source Han Sans SC"/>
              </a:defRPr>
            </a:pPr>
            <a:r>
              <a:rPr sz="2175" b="1">
                <a:solidFill>
                  <a:srgbClr val="D9EABD"/>
                </a:solidFill>
                <a:latin typeface="Source Han Sans SC"/>
                <a:ea typeface="Source Han Sans SC"/>
                <a:cs typeface="Source Han Sans SC"/>
              </a:rPr>
              <a:t>Data and evaluation</a:t>
            </a:r>
          </a:p>
        </p:txBody>
      </p:sp>
      <p:sp>
        <p:nvSpPr>
          <p:cNvPr id="52" name="text-330">
            <a:extLst xmlns:a="http://schemas.openxmlformats.org/drawingml/2006/main">
              <a:ext uri="{FF2B5EF4-FFF2-40B4-BE49-F238E27FC236}">
                <a16:creationId xmlns:a16="http://schemas.microsoft.com/office/drawing/2014/main" id="{F20EFA1E-B4D6-4608-A953-12903D5E3E57}"/>
              </a:ext>
            </a:extLst>
          </p:cNvPr>
          <p:cNvSpPr>
            <a:spLocks xmlns:a="http://schemas.openxmlformats.org/drawingml/2006/main" noGrp="1"/>
          </p:cNvSpPr>
          <p:nvPr/>
        </p:nvSpPr>
        <p:spPr>
          <a:xfrm xmlns:a="http://schemas.openxmlformats.org/drawingml/2006/main">
            <a:off x="8877300" y="6619875"/>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500" b="0">
                <a:solidFill>
                  <a:srgbClr val="AFC5B6"/>
                </a:solidFill>
                <a:latin typeface="Source Han Sans SC"/>
                <a:ea typeface="Source Han Sans SC"/>
                <a:cs typeface="Source Han Sans SC"/>
              </a:defRPr>
            </a:defPPr>
          </a:lstStyle>
          <a:p xmlns:a="http://schemas.openxmlformats.org/drawingml/2006/main">
            <a:pPr algn="r">
              <a:buNone/>
              <a:defRPr sz="1500" b="0">
                <a:solidFill>
                  <a:srgbClr val="AFC5B6"/>
                </a:solidFill>
                <a:latin typeface="Source Han Sans SC"/>
                <a:ea typeface="Source Han Sans SC"/>
                <a:cs typeface="Source Han Sans SC"/>
              </a:defRPr>
            </a:pPr>
            <a:r>
              <a:rPr sz="1500" b="0">
                <a:solidFill>
                  <a:srgbClr val="AFC5B6"/>
                </a:solidFill>
                <a:latin typeface="Source Han Sans SC"/>
                <a:ea typeface="Source Han Sans SC"/>
                <a:cs typeface="Source Han Sans SC"/>
              </a:rPr>
              <a:t>Recognize · Match · Verify</a:t>
            </a:r>
          </a:p>
        </p:txBody>
      </p:sp>
      <p:sp>
        <p:nvSpPr>
          <p:cNvPr id="53" name="panel-331">
            <a:extLst xmlns:a="http://schemas.openxmlformats.org/drawingml/2006/main">
              <a:ext uri="{FF2B5EF4-FFF2-40B4-BE49-F238E27FC236}">
                <a16:creationId xmlns:a16="http://schemas.microsoft.com/office/drawing/2014/main" id="{D18FBD9E-671A-46C0-971C-2662C91ECB59}"/>
              </a:ext>
            </a:extLst>
          </p:cNvPr>
          <p:cNvSpPr>
            <a:spLocks xmlns:a="http://schemas.openxmlformats.org/drawingml/2006/main" noGrp="1"/>
          </p:cNvSpPr>
          <p:nvPr/>
        </p:nvSpPr>
        <p:spPr>
          <a:xfrm xmlns:a="http://schemas.openxmlformats.org/drawingml/2006/main">
            <a:off x="685800" y="7181850"/>
            <a:ext cx="13868400" cy="581025"/>
          </a:xfrm>
          <a:prstGeom xmlns:a="http://schemas.openxmlformats.org/drawingml/2006/main" prst="roundRect">
            <a:avLst>
              <a:gd name="adj" fmla="val 9836"/>
            </a:avLst>
          </a:prstGeom>
          <a:noFill xmlns:a="http://schemas.openxmlformats.org/drawingml/2006/main"/>
          <a:ln xmlns:a="http://schemas.openxmlformats.org/drawingml/2006/main" w="9525">
            <a:solidFill>
              <a:srgbClr val="3B5949"/>
            </a:solidFill>
            <a:prstDash val="solid"/>
          </a:ln>
        </p:spPr>
      </p:sp>
      <p:sp>
        <p:nvSpPr>
          <p:cNvPr id="54" name="text-332">
            <a:extLst xmlns:a="http://schemas.openxmlformats.org/drawingml/2006/main">
              <a:ext uri="{FF2B5EF4-FFF2-40B4-BE49-F238E27FC236}">
                <a16:creationId xmlns:a16="http://schemas.microsoft.com/office/drawing/2014/main" id="{75AFE7D3-A084-4076-B5A9-063F8BBEEA93}"/>
              </a:ext>
            </a:extLst>
          </p:cNvPr>
          <p:cNvSpPr>
            <a:spLocks xmlns:a="http://schemas.openxmlformats.org/drawingml/2006/main" noGrp="1"/>
          </p:cNvSpPr>
          <p:nvPr/>
        </p:nvSpPr>
        <p:spPr>
          <a:xfrm xmlns:a="http://schemas.openxmlformats.org/drawingml/2006/main">
            <a:off x="933450" y="7305675"/>
            <a:ext cx="30099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AFC5B6"/>
                </a:solidFill>
                <a:latin typeface="Source Han Sans SC"/>
                <a:ea typeface="Source Han Sans SC"/>
                <a:cs typeface="Source Han Sans SC"/>
              </a:defRPr>
            </a:defPPr>
          </a:lstStyle>
          <a:p xmlns:a="http://schemas.openxmlformats.org/drawingml/2006/main">
            <a:pPr algn="l">
              <a:buNone/>
              <a:defRPr sz="1425" b="0">
                <a:solidFill>
                  <a:srgbClr val="AFC5B6"/>
                </a:solidFill>
                <a:latin typeface="Source Han Sans SC"/>
                <a:ea typeface="Source Han Sans SC"/>
                <a:cs typeface="Source Han Sans SC"/>
              </a:defRPr>
            </a:pPr>
            <a:r>
              <a:rPr sz="1425" b="0">
                <a:solidFill>
                  <a:srgbClr val="AFC5B6"/>
                </a:solidFill>
                <a:latin typeface="Source Han Sans SC"/>
                <a:ea typeface="Source Han Sans SC"/>
                <a:cs typeface="Source Han Sans SC"/>
              </a:rPr>
              <a:t>05 / THREE PERSPECTIVES</a:t>
            </a:r>
          </a:p>
        </p:txBody>
      </p:sp>
      <p:sp>
        <p:nvSpPr>
          <p:cNvPr id="55" name="text-333">
            <a:extLst xmlns:a="http://schemas.openxmlformats.org/drawingml/2006/main">
              <a:ext uri="{FF2B5EF4-FFF2-40B4-BE49-F238E27FC236}">
                <a16:creationId xmlns:a16="http://schemas.microsoft.com/office/drawing/2014/main" id="{9851FB40-8AD0-4DE8-8374-1239DBDC04E5}"/>
              </a:ext>
            </a:extLst>
          </p:cNvPr>
          <p:cNvSpPr>
            <a:spLocks xmlns:a="http://schemas.openxmlformats.org/drawingml/2006/main" noGrp="1"/>
          </p:cNvSpPr>
          <p:nvPr/>
        </p:nvSpPr>
        <p:spPr>
          <a:xfrm xmlns:a="http://schemas.openxmlformats.org/drawingml/2006/main">
            <a:off x="4514850" y="7277100"/>
            <a:ext cx="5524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0">
                <a:solidFill>
                  <a:srgbClr val="EFF5EE"/>
                </a:solidFill>
                <a:latin typeface="Source Han Sans SC"/>
                <a:ea typeface="Source Han Sans SC"/>
                <a:cs typeface="Source Han Sans SC"/>
              </a:defRPr>
            </a:defPPr>
          </a:lstStyle>
          <a:p xmlns:a="http://schemas.openxmlformats.org/drawingml/2006/main">
            <a:pPr algn="l">
              <a:buNone/>
              <a:defRPr sz="2100" b="0">
                <a:solidFill>
                  <a:srgbClr val="EFF5EE"/>
                </a:solidFill>
                <a:latin typeface="Source Han Sans SC"/>
                <a:ea typeface="Source Han Sans SC"/>
                <a:cs typeface="Source Han Sans SC"/>
              </a:defRPr>
            </a:pPr>
            <a:r>
              <a:rPr sz="2100" b="0">
                <a:solidFill>
                  <a:srgbClr val="EFF5EE"/>
                </a:solidFill>
                <a:latin typeface="Source Han Sans SC"/>
                <a:ea typeface="Source Han Sans SC"/>
                <a:cs typeface="Source Han Sans SC"/>
              </a:rPr>
              <a:t>Developers   Public   Global South</a:t>
            </a:r>
          </a:p>
        </p:txBody>
      </p:sp>
      <p:sp>
        <p:nvSpPr>
          <p:cNvPr id="56" name="text-334">
            <a:extLst xmlns:a="http://schemas.openxmlformats.org/drawingml/2006/main">
              <a:ext uri="{FF2B5EF4-FFF2-40B4-BE49-F238E27FC236}">
                <a16:creationId xmlns:a16="http://schemas.microsoft.com/office/drawing/2014/main" id="{BF22A74F-EB73-4F96-BAC6-86B92F0880B3}"/>
              </a:ext>
            </a:extLst>
          </p:cNvPr>
          <p:cNvSpPr>
            <a:spLocks xmlns:a="http://schemas.openxmlformats.org/drawingml/2006/main" noGrp="1"/>
          </p:cNvSpPr>
          <p:nvPr/>
        </p:nvSpPr>
        <p:spPr>
          <a:xfrm xmlns:a="http://schemas.openxmlformats.org/drawingml/2006/main">
            <a:off x="10191750" y="7315200"/>
            <a:ext cx="40576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425" b="0">
                <a:solidFill>
                  <a:srgbClr val="AFC5B6"/>
                </a:solidFill>
                <a:latin typeface="Source Han Sans SC"/>
                <a:ea typeface="Source Han Sans SC"/>
                <a:cs typeface="Source Han Sans SC"/>
              </a:defRPr>
            </a:defPPr>
          </a:lstStyle>
          <a:p xmlns:a="http://schemas.openxmlformats.org/drawingml/2006/main">
            <a:pPr algn="r">
              <a:buNone/>
              <a:defRPr sz="1425" b="0">
                <a:solidFill>
                  <a:srgbClr val="AFC5B6"/>
                </a:solidFill>
                <a:latin typeface="Source Han Sans SC"/>
                <a:ea typeface="Source Han Sans SC"/>
                <a:cs typeface="Source Han Sans SC"/>
              </a:defRPr>
            </a:pPr>
            <a:r>
              <a:rPr sz="1425" b="0">
                <a:solidFill>
                  <a:srgbClr val="AFC5B6"/>
                </a:solidFill>
                <a:latin typeface="Source Han Sans SC"/>
                <a:ea typeface="Source Han Sans SC"/>
                <a:cs typeface="Source Han Sans SC"/>
              </a:rPr>
              <a:t>Complementary perspectives on benefit</a:t>
            </a:r>
          </a:p>
        </p:txBody>
      </p:sp>
      <p:sp>
        <p:nvSpPr>
          <p:cNvPr id="57" name="text-335">
            <a:extLst xmlns:a="http://schemas.openxmlformats.org/drawingml/2006/main">
              <a:ext uri="{FF2B5EF4-FFF2-40B4-BE49-F238E27FC236}">
                <a16:creationId xmlns:a16="http://schemas.microsoft.com/office/drawing/2014/main" id="{CF3CF8F1-104D-47A2-9F79-106DABB491FE}"/>
              </a:ext>
            </a:extLst>
          </p:cNvPr>
          <p:cNvSpPr>
            <a:spLocks xmlns:a="http://schemas.openxmlformats.org/drawingml/2006/main" noGrp="1"/>
          </p:cNvSpPr>
          <p:nvPr/>
        </p:nvSpPr>
        <p:spPr>
          <a:xfrm xmlns:a="http://schemas.openxmlformats.org/drawingml/2006/main">
            <a:off x="3524250" y="8096250"/>
            <a:ext cx="814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C6EE85"/>
                </a:solidFill>
                <a:latin typeface="Source Han Sans SC"/>
                <a:ea typeface="Source Han Sans SC"/>
                <a:cs typeface="Source Han Sans SC"/>
              </a:defRPr>
            </a:defPPr>
          </a:lstStyle>
          <a:p xmlns:a="http://schemas.openxmlformats.org/drawingml/2006/main">
            <a:pPr algn="l">
              <a:buNone/>
              <a:defRPr sz="1725" b="0">
                <a:solidFill>
                  <a:srgbClr val="C6EE85"/>
                </a:solidFill>
                <a:latin typeface="Source Han Sans SC"/>
                <a:ea typeface="Source Han Sans SC"/>
                <a:cs typeface="Source Han Sans SC"/>
              </a:defRPr>
            </a:pPr>
            <a:r>
              <a:rPr sz="1725" b="0">
                <a:solidFill>
                  <a:srgbClr val="C6EE85"/>
                </a:solidFill>
                <a:latin typeface="Source Han Sans SC"/>
                <a:ea typeface="Source Han Sans SC"/>
                <a:cs typeface="Source Han Sans SC"/>
                <a:hlinkClick xmlns:r="http://schemas.openxmlformats.org/officeDocument/2006/relationships" r:id="R976398b7de2a4064"/>
              </a:rPr>
              <a:t>Join us  www.x-lab.info/ai-for-all/launch/</a:t>
            </a:r>
          </a:p>
        </p:txBody>
      </p:sp>
    </p:spTree>
    <p:extLst>
      <p:ext uri="{BB962C8B-B14F-4D97-AF65-F5344CB8AC3E}">
        <p14:creationId xmlns:p14="http://schemas.microsoft.com/office/powerpoint/2010/main" val="18740444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ource Han Sans SC"/>
        <a:ea typeface=""/>
        <a:cs typeface=""/>
      </a:majorFont>
      <a:minorFont>
        <a:latin typeface="Source Han Sans S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2026-10-09T09:18:02.1510000Z</dcterms:created>
  <dcterms:modified xsi:type="dcterms:W3CDTF">2026-10-09T09:18:02.1510000Z</dcterms:modified>
</coreProperties>
</file>